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0" r:id="rId3"/>
    <p:sldId id="258" r:id="rId4"/>
    <p:sldId id="259" r:id="rId5"/>
    <p:sldId id="261" r:id="rId6"/>
    <p:sldId id="262" r:id="rId7"/>
    <p:sldId id="265" r:id="rId8"/>
    <p:sldId id="266" r:id="rId9"/>
    <p:sldId id="267" r:id="rId10"/>
    <p:sldId id="263" r:id="rId11"/>
    <p:sldId id="268" r:id="rId12"/>
    <p:sldId id="270" r:id="rId13"/>
    <p:sldId id="271" r:id="rId14"/>
    <p:sldId id="269" r:id="rId15"/>
    <p:sldId id="264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78" y="11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AE0E3-C93C-4DD9-B284-1A7A2831F063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16D7C-7539-4BDF-A9E6-4CEAF6846D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63956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AE0E3-C93C-4DD9-B284-1A7A2831F063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16D7C-7539-4BDF-A9E6-4CEAF6846D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82579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AE0E3-C93C-4DD9-B284-1A7A2831F063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16D7C-7539-4BDF-A9E6-4CEAF6846D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12802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AE0E3-C93C-4DD9-B284-1A7A2831F063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16D7C-7539-4BDF-A9E6-4CEAF6846D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08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AE0E3-C93C-4DD9-B284-1A7A2831F063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16D7C-7539-4BDF-A9E6-4CEAF6846D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9123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AE0E3-C93C-4DD9-B284-1A7A2831F063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16D7C-7539-4BDF-A9E6-4CEAF6846D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76620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AE0E3-C93C-4DD9-B284-1A7A2831F063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16D7C-7539-4BDF-A9E6-4CEAF6846D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99782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AE0E3-C93C-4DD9-B284-1A7A2831F063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16D7C-7539-4BDF-A9E6-4CEAF6846D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9482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AE0E3-C93C-4DD9-B284-1A7A2831F063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16D7C-7539-4BDF-A9E6-4CEAF6846D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14974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AE0E3-C93C-4DD9-B284-1A7A2831F063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16D7C-7539-4BDF-A9E6-4CEAF6846D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96142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AE0E3-C93C-4DD9-B284-1A7A2831F063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16D7C-7539-4BDF-A9E6-4CEAF6846D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5299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CAE0E3-C93C-4DD9-B284-1A7A2831F063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C16D7C-7539-4BDF-A9E6-4CEAF6846D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86306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 smtClean="0"/>
              <a:t>(14) </a:t>
            </a:r>
            <a:r>
              <a:rPr lang="ko-KR" altLang="en-US" sz="4000" smtClean="0"/>
              <a:t>사랑의 플롯</a:t>
            </a:r>
            <a:endParaRPr lang="ko-KR" altLang="en-US" sz="400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577724"/>
            <a:ext cx="10515600" cy="5280275"/>
          </a:xfrm>
        </p:spPr>
        <p:txBody>
          <a:bodyPr>
            <a:normAutofit fontScale="55000" lnSpcReduction="20000"/>
          </a:bodyPr>
          <a:lstStyle/>
          <a:p>
            <a:r>
              <a:rPr lang="ko-KR" altLang="en-US" smtClean="0"/>
              <a:t>너무 많이 따라해서 </a:t>
            </a:r>
            <a:r>
              <a:rPr lang="en-US" altLang="ko-KR" smtClean="0"/>
              <a:t>‘</a:t>
            </a:r>
            <a:r>
              <a:rPr lang="ko-KR" altLang="en-US" smtClean="0"/>
              <a:t>뻔하다</a:t>
            </a:r>
            <a:r>
              <a:rPr lang="en-US" altLang="ko-KR" smtClean="0"/>
              <a:t>’</a:t>
            </a:r>
            <a:r>
              <a:rPr lang="ko-KR" altLang="en-US" smtClean="0"/>
              <a:t>가 됨</a:t>
            </a:r>
            <a:endParaRPr lang="en-US" altLang="ko-KR" smtClean="0"/>
          </a:p>
          <a:p>
            <a:r>
              <a:rPr lang="ko-KR" altLang="en-US" smtClean="0"/>
              <a:t>공감</a:t>
            </a:r>
            <a:endParaRPr lang="en-US" altLang="ko-KR"/>
          </a:p>
          <a:p>
            <a:r>
              <a:rPr lang="ko-KR" altLang="en-US" smtClean="0"/>
              <a:t>대중이 호감을 가질 수 있는 캐릭터가 나와야 한다</a:t>
            </a:r>
            <a:r>
              <a:rPr lang="en-US" altLang="ko-KR" smtClean="0"/>
              <a:t>.</a:t>
            </a:r>
            <a:br>
              <a:rPr lang="en-US" altLang="ko-KR" smtClean="0"/>
            </a:br>
            <a:r>
              <a:rPr lang="ko-KR" altLang="en-US" smtClean="0"/>
              <a:t>예</a:t>
            </a:r>
            <a:r>
              <a:rPr lang="en-US" altLang="ko-KR" smtClean="0"/>
              <a:t>) </a:t>
            </a:r>
            <a:r>
              <a:rPr lang="ko-KR" altLang="en-US" smtClean="0"/>
              <a:t>선남선녀</a:t>
            </a:r>
            <a:endParaRPr lang="en-US" altLang="ko-KR" smtClean="0"/>
          </a:p>
          <a:p>
            <a:endParaRPr lang="en-US" altLang="ko-KR"/>
          </a:p>
          <a:p>
            <a:r>
              <a:rPr lang="ko-KR" altLang="en-US" smtClean="0"/>
              <a:t>사랑의 플롯과 금지된 사랑의 플롯은 </a:t>
            </a:r>
            <a:r>
              <a:rPr lang="en-US" altLang="ko-KR" smtClean="0"/>
              <a:t>‘</a:t>
            </a:r>
            <a:r>
              <a:rPr lang="ko-KR" altLang="en-US" smtClean="0"/>
              <a:t>한끗 차이</a:t>
            </a:r>
            <a:r>
              <a:rPr lang="en-US" altLang="ko-KR" smtClean="0"/>
              <a:t>’</a:t>
            </a:r>
          </a:p>
          <a:p>
            <a:endParaRPr lang="en-US" altLang="ko-KR" smtClean="0"/>
          </a:p>
          <a:p>
            <a:r>
              <a:rPr lang="ko-KR" altLang="en-US" smtClean="0"/>
              <a:t>핫플레이스가 나와야 함 </a:t>
            </a:r>
            <a:r>
              <a:rPr lang="en-US" altLang="ko-KR" smtClean="0"/>
              <a:t>=&gt; </a:t>
            </a:r>
            <a:r>
              <a:rPr lang="ko-KR" altLang="en-US" smtClean="0"/>
              <a:t>시대가 흘러도 데이트를 하고 싶어하는 장소</a:t>
            </a:r>
            <a:endParaRPr lang="en-US" altLang="ko-KR" smtClean="0"/>
          </a:p>
          <a:p>
            <a:r>
              <a:rPr lang="ko-KR" altLang="en-US" smtClean="0"/>
              <a:t>패션 </a:t>
            </a:r>
            <a:r>
              <a:rPr lang="en-US" altLang="ko-KR" smtClean="0"/>
              <a:t>=&gt; </a:t>
            </a:r>
            <a:r>
              <a:rPr lang="ko-KR" altLang="en-US" smtClean="0"/>
              <a:t>비싼 명품이 아닌 때묻은 허름한 옷이더라도</a:t>
            </a:r>
            <a:r>
              <a:rPr lang="en-US" altLang="ko-KR" smtClean="0"/>
              <a:t>, </a:t>
            </a:r>
            <a:r>
              <a:rPr lang="ko-KR" altLang="en-US" smtClean="0"/>
              <a:t>대중들이 봤을 때 단정해보이고 예뻐보여야 함</a:t>
            </a:r>
          </a:p>
          <a:p>
            <a:endParaRPr lang="en-US" altLang="ko-KR" smtClean="0"/>
          </a:p>
          <a:p>
            <a:r>
              <a:rPr lang="ko-KR" altLang="en-US" smtClean="0"/>
              <a:t>첫눈에 반하면서 시작해도 됨</a:t>
            </a:r>
            <a:endParaRPr lang="en-US" altLang="ko-KR" smtClean="0"/>
          </a:p>
          <a:p>
            <a:r>
              <a:rPr lang="en-US" altLang="ko-KR" smtClean="0"/>
              <a:t>But </a:t>
            </a:r>
            <a:r>
              <a:rPr lang="ko-KR" altLang="en-US" smtClean="0"/>
              <a:t>시련이 있어야 한다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사랑은 시련이 클수록</a:t>
            </a:r>
            <a:r>
              <a:rPr lang="en-US" altLang="ko-KR" smtClean="0"/>
              <a:t>, </a:t>
            </a:r>
            <a:r>
              <a:rPr lang="ko-KR" altLang="en-US" smtClean="0"/>
              <a:t>시련을 넘어서면서 사랑이 더욱 커진다</a:t>
            </a:r>
            <a:r>
              <a:rPr lang="en-US" altLang="ko-KR" smtClean="0"/>
              <a:t>. </a:t>
            </a:r>
            <a:r>
              <a:rPr lang="ko-KR" altLang="en-US" smtClean="0"/>
              <a:t>대중들은 그에 따라 사랑의 가치를 더욱 느끼게 된다</a:t>
            </a:r>
            <a:r>
              <a:rPr lang="en-US" altLang="ko-KR" smtClean="0"/>
              <a:t>.</a:t>
            </a:r>
          </a:p>
          <a:p>
            <a:r>
              <a:rPr lang="ko-KR" altLang="en-US" b="1" smtClean="0"/>
              <a:t>시련이 클수록 그들의 사랑은 </a:t>
            </a:r>
            <a:r>
              <a:rPr lang="en-US" altLang="ko-KR" b="1" smtClean="0"/>
              <a:t>/ </a:t>
            </a:r>
            <a:r>
              <a:rPr lang="ko-KR" altLang="en-US" b="1" smtClean="0"/>
              <a:t>사랑의 가치는 인정받게 된다</a:t>
            </a:r>
            <a:r>
              <a:rPr lang="en-US" altLang="ko-KR" b="1" smtClean="0"/>
              <a:t>.</a:t>
            </a:r>
          </a:p>
          <a:p>
            <a:r>
              <a:rPr lang="ko-KR" altLang="en-US" smtClean="0"/>
              <a:t>여기서 필수로 사랑의 당위성은 필요하다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사랑을 이루는 과정의 문제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42606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[</a:t>
            </a:r>
            <a:r>
              <a:rPr lang="ko-KR" altLang="en-US" smtClean="0"/>
              <a:t>로미오와 줄리엣</a:t>
            </a:r>
            <a:r>
              <a:rPr lang="en-US" altLang="ko-KR" smtClean="0"/>
              <a:t>]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세계적인 미남 배우 </a:t>
            </a:r>
            <a:r>
              <a:rPr lang="en-US" altLang="ko-KR" smtClean="0"/>
              <a:t>‘</a:t>
            </a:r>
            <a:r>
              <a:rPr lang="ko-KR" altLang="en-US" smtClean="0"/>
              <a:t>레오나르도 디카프리오</a:t>
            </a:r>
            <a:r>
              <a:rPr lang="en-US" altLang="ko-KR" smtClean="0"/>
              <a:t>’</a:t>
            </a:r>
          </a:p>
          <a:p>
            <a:endParaRPr lang="en-US" altLang="ko-KR"/>
          </a:p>
          <a:p>
            <a:r>
              <a:rPr lang="ko-KR" altLang="en-US" smtClean="0"/>
              <a:t>첫 번째 시련 </a:t>
            </a:r>
            <a:r>
              <a:rPr lang="en-US" altLang="ko-KR" smtClean="0"/>
              <a:t>: </a:t>
            </a:r>
            <a:r>
              <a:rPr lang="ko-KR" altLang="en-US" smtClean="0"/>
              <a:t>집안에서 정해준 약혼자가 있는 여주인공</a:t>
            </a:r>
            <a:endParaRPr lang="en-US" altLang="ko-KR" smtClean="0"/>
          </a:p>
          <a:p>
            <a:r>
              <a:rPr lang="ko-KR" altLang="en-US" smtClean="0"/>
              <a:t>두 번째 시련 </a:t>
            </a:r>
            <a:r>
              <a:rPr lang="en-US" altLang="ko-KR" smtClean="0"/>
              <a:t>: </a:t>
            </a:r>
            <a:r>
              <a:rPr lang="ko-KR" altLang="en-US" smtClean="0"/>
              <a:t>여주인공과 남주인공의 가문이 서로 원수 지간</a:t>
            </a:r>
            <a:endParaRPr lang="en-US" altLang="ko-KR" smtClean="0"/>
          </a:p>
          <a:p>
            <a:r>
              <a:rPr lang="ko-KR" altLang="en-US" smtClean="0"/>
              <a:t>세 번째 시련 </a:t>
            </a:r>
            <a:r>
              <a:rPr lang="en-US" altLang="ko-KR" smtClean="0"/>
              <a:t>: </a:t>
            </a:r>
            <a:r>
              <a:rPr lang="ko-KR" altLang="en-US" smtClean="0"/>
              <a:t>남주가 여주의 친오빠를 죽여버림</a:t>
            </a:r>
            <a:endParaRPr lang="en-US" altLang="ko-KR" smtClean="0"/>
          </a:p>
          <a:p>
            <a:r>
              <a:rPr lang="ko-KR" altLang="en-US" smtClean="0"/>
              <a:t>네 번째 시련 </a:t>
            </a:r>
            <a:r>
              <a:rPr lang="en-US" altLang="ko-KR" smtClean="0"/>
              <a:t>: </a:t>
            </a:r>
            <a:r>
              <a:rPr lang="ko-KR" altLang="en-US" smtClean="0"/>
              <a:t>여주와 남주의 죽음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62771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0967" y="456785"/>
            <a:ext cx="9250066" cy="5944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8811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(15) </a:t>
            </a:r>
            <a:r>
              <a:rPr lang="ko-KR" altLang="en-US" smtClean="0"/>
              <a:t>금지된 사랑의 플롯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ko-KR" altLang="en-US" smtClean="0"/>
              <a:t>사랑의 플롯과는 </a:t>
            </a:r>
            <a:r>
              <a:rPr lang="en-US" altLang="ko-KR" smtClean="0"/>
              <a:t>‘</a:t>
            </a:r>
            <a:r>
              <a:rPr lang="ko-KR" altLang="en-US" smtClean="0"/>
              <a:t>한끗 차이</a:t>
            </a:r>
            <a:r>
              <a:rPr lang="en-US" altLang="ko-KR" smtClean="0"/>
              <a:t>‘</a:t>
            </a:r>
          </a:p>
          <a:p>
            <a:r>
              <a:rPr lang="ko-KR" altLang="en-US" smtClean="0"/>
              <a:t>사회</a:t>
            </a:r>
            <a:r>
              <a:rPr lang="en-US" altLang="ko-KR" smtClean="0"/>
              <a:t>/</a:t>
            </a:r>
            <a:r>
              <a:rPr lang="ko-KR" altLang="en-US" smtClean="0"/>
              <a:t>법</a:t>
            </a:r>
            <a:r>
              <a:rPr lang="en-US" altLang="ko-KR" smtClean="0"/>
              <a:t>/</a:t>
            </a:r>
            <a:r>
              <a:rPr lang="ko-KR" altLang="en-US" smtClean="0"/>
              <a:t>윤리</a:t>
            </a:r>
            <a:r>
              <a:rPr lang="en-US" altLang="ko-KR" smtClean="0"/>
              <a:t>/</a:t>
            </a:r>
            <a:r>
              <a:rPr lang="ko-KR" altLang="en-US" smtClean="0"/>
              <a:t>도덕</a:t>
            </a:r>
            <a:r>
              <a:rPr lang="en-US" altLang="ko-KR" smtClean="0"/>
              <a:t>/</a:t>
            </a:r>
            <a:r>
              <a:rPr lang="ko-KR" altLang="en-US" smtClean="0"/>
              <a:t>종교</a:t>
            </a:r>
            <a:r>
              <a:rPr lang="en-US" altLang="ko-KR" smtClean="0"/>
              <a:t>/</a:t>
            </a:r>
            <a:r>
              <a:rPr lang="ko-KR" altLang="en-US" smtClean="0"/>
              <a:t>국가</a:t>
            </a:r>
            <a:r>
              <a:rPr lang="en-US" altLang="ko-KR" smtClean="0"/>
              <a:t>/</a:t>
            </a:r>
            <a:r>
              <a:rPr lang="ko-KR" altLang="en-US" smtClean="0"/>
              <a:t>종족</a:t>
            </a:r>
            <a:r>
              <a:rPr lang="en-US" altLang="ko-KR" smtClean="0"/>
              <a:t>/(</a:t>
            </a:r>
            <a:r>
              <a:rPr lang="ko-KR" altLang="en-US" smtClean="0"/>
              <a:t>가문</a:t>
            </a:r>
            <a:r>
              <a:rPr lang="en-US" altLang="ko-KR" smtClean="0"/>
              <a:t>)</a:t>
            </a:r>
            <a:r>
              <a:rPr lang="ko-KR" altLang="en-US" smtClean="0"/>
              <a:t>이 원하지 않는 사랑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현대에는 </a:t>
            </a:r>
            <a:r>
              <a:rPr lang="en-US" altLang="ko-KR" smtClean="0"/>
              <a:t>(</a:t>
            </a:r>
            <a:r>
              <a:rPr lang="ko-KR" altLang="en-US" smtClean="0"/>
              <a:t>가문</a:t>
            </a:r>
            <a:r>
              <a:rPr lang="en-US" altLang="ko-KR" smtClean="0"/>
              <a:t>)</a:t>
            </a:r>
            <a:r>
              <a:rPr lang="ko-KR" altLang="en-US" smtClean="0"/>
              <a:t>이 그다지 중요하지 않으므로</a:t>
            </a:r>
            <a:r>
              <a:rPr lang="en-US" altLang="ko-KR" smtClean="0"/>
              <a:t>. </a:t>
            </a:r>
            <a:r>
              <a:rPr lang="ko-KR" altLang="en-US" smtClean="0"/>
              <a:t>시대가 바뀜</a:t>
            </a:r>
            <a:r>
              <a:rPr lang="en-US" altLang="ko-KR" smtClean="0"/>
              <a:t>.</a:t>
            </a:r>
          </a:p>
          <a:p>
            <a:endParaRPr lang="en-US" altLang="ko-KR" smtClean="0"/>
          </a:p>
          <a:p>
            <a:r>
              <a:rPr lang="ko-KR" altLang="en-US" smtClean="0"/>
              <a:t>사랑의 플롯과 마찬가지로</a:t>
            </a:r>
            <a:r>
              <a:rPr lang="en-US" altLang="ko-KR" smtClean="0"/>
              <a:t>, </a:t>
            </a:r>
            <a:r>
              <a:rPr lang="ko-KR" altLang="en-US" smtClean="0"/>
              <a:t>시련이 있고</a:t>
            </a:r>
            <a:r>
              <a:rPr lang="en-US" altLang="ko-KR" smtClean="0"/>
              <a:t>, </a:t>
            </a:r>
            <a:r>
              <a:rPr lang="ko-KR" altLang="en-US" smtClean="0"/>
              <a:t>그를 극복하면서 사랑의 가치가 더 커진다</a:t>
            </a:r>
            <a:r>
              <a:rPr lang="en-US" altLang="ko-KR" smtClean="0"/>
              <a:t>. </a:t>
            </a:r>
            <a:r>
              <a:rPr lang="ko-KR" altLang="en-US" smtClean="0"/>
              <a:t>호감가는 캐릭터도 나오고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금지된 사랑이므로</a:t>
            </a:r>
            <a:r>
              <a:rPr lang="en-US" altLang="ko-KR" smtClean="0"/>
              <a:t>, </a:t>
            </a:r>
            <a:r>
              <a:rPr lang="ko-KR" altLang="en-US" smtClean="0"/>
              <a:t>사랑이 이루어지면 관객의 어깨가 무거워짐</a:t>
            </a:r>
            <a:endParaRPr lang="en-US" altLang="ko-KR" smtClean="0"/>
          </a:p>
          <a:p>
            <a:r>
              <a:rPr lang="en-US" altLang="ko-KR" smtClean="0">
                <a:solidFill>
                  <a:srgbClr val="FF0000"/>
                </a:solidFill>
              </a:rPr>
              <a:t>Sad </a:t>
            </a:r>
            <a:r>
              <a:rPr lang="ko-KR" altLang="en-US" smtClean="0">
                <a:solidFill>
                  <a:srgbClr val="FF0000"/>
                </a:solidFill>
              </a:rPr>
              <a:t>엔딩</a:t>
            </a:r>
            <a:r>
              <a:rPr lang="ko-KR" altLang="en-US" smtClean="0"/>
              <a:t>으로 끝난다 </a:t>
            </a:r>
            <a:r>
              <a:rPr lang="en-US" altLang="ko-KR" smtClean="0"/>
              <a:t>-&gt; </a:t>
            </a:r>
            <a:r>
              <a:rPr lang="ko-KR" altLang="en-US" smtClean="0"/>
              <a:t>그래야 관객의 어깨가 가벼워지므로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예를 들면</a:t>
            </a:r>
            <a:r>
              <a:rPr lang="en-US" altLang="ko-KR" smtClean="0"/>
              <a:t>, </a:t>
            </a:r>
            <a:r>
              <a:rPr lang="ko-KR" altLang="en-US" smtClean="0"/>
              <a:t>자신의 이름</a:t>
            </a:r>
            <a:r>
              <a:rPr lang="en-US" altLang="ko-KR" smtClean="0"/>
              <a:t>(</a:t>
            </a:r>
            <a:r>
              <a:rPr lang="ko-KR" altLang="en-US" smtClean="0"/>
              <a:t>모든 것</a:t>
            </a:r>
            <a:r>
              <a:rPr lang="en-US" altLang="ko-KR" smtClean="0"/>
              <a:t>)</a:t>
            </a:r>
            <a:r>
              <a:rPr lang="ko-KR" altLang="en-US" smtClean="0"/>
              <a:t>을 버리고 사랑을 선택한다</a:t>
            </a:r>
            <a:r>
              <a:rPr lang="en-US" altLang="ko-KR" smtClean="0"/>
              <a:t>.</a:t>
            </a:r>
            <a:br>
              <a:rPr lang="en-US" altLang="ko-KR" smtClean="0"/>
            </a:br>
            <a:r>
              <a:rPr lang="ko-KR" altLang="en-US" smtClean="0"/>
              <a:t>사랑은 이루지만</a:t>
            </a:r>
            <a:r>
              <a:rPr lang="en-US" altLang="ko-KR" smtClean="0"/>
              <a:t>, </a:t>
            </a:r>
            <a:r>
              <a:rPr lang="ko-KR" altLang="en-US" smtClean="0"/>
              <a:t>이는 해피 엔딩으로 볼 수는 없다고 생각한다</a:t>
            </a:r>
            <a:r>
              <a:rPr lang="en-US" altLang="ko-KR" smtClean="0"/>
              <a:t>.</a:t>
            </a:r>
            <a:br>
              <a:rPr lang="en-US" altLang="ko-KR" smtClean="0"/>
            </a:br>
            <a:r>
              <a:rPr lang="ko-KR" altLang="en-US" smtClean="0"/>
              <a:t>관점에 따라 다르겠지만</a:t>
            </a:r>
            <a:r>
              <a:rPr lang="en-US" altLang="ko-KR" smtClean="0"/>
              <a:t>…</a:t>
            </a:r>
          </a:p>
          <a:p>
            <a:endParaRPr lang="en-US" altLang="ko-KR"/>
          </a:p>
          <a:p>
            <a:r>
              <a:rPr lang="ko-KR" altLang="en-US" smtClean="0"/>
              <a:t>사랑 자체가 문제</a:t>
            </a:r>
            <a:r>
              <a:rPr lang="en-US" altLang="ko-KR" smtClean="0"/>
              <a:t>.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975176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7678" y="151942"/>
            <a:ext cx="8916644" cy="6554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11314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(16) </a:t>
            </a:r>
            <a:r>
              <a:rPr lang="ko-KR" altLang="en-US" smtClean="0"/>
              <a:t>희생의 플롯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smtClean="0"/>
              <a:t>희생</a:t>
            </a:r>
            <a:r>
              <a:rPr lang="en-US" altLang="ko-KR" smtClean="0"/>
              <a:t>’</a:t>
            </a:r>
            <a:r>
              <a:rPr lang="ko-KR" altLang="en-US" smtClean="0"/>
              <a:t>자</a:t>
            </a:r>
            <a:r>
              <a:rPr lang="en-US" altLang="ko-KR" smtClean="0"/>
              <a:t>＇</a:t>
            </a:r>
            <a:r>
              <a:rPr lang="ko-KR" altLang="en-US" smtClean="0"/>
              <a:t>의 플롯과는 분명 다르다</a:t>
            </a:r>
            <a:r>
              <a:rPr lang="en-US" altLang="ko-KR" smtClean="0"/>
              <a:t>.</a:t>
            </a:r>
          </a:p>
          <a:p>
            <a:r>
              <a:rPr lang="en-US" altLang="ko-KR" smtClean="0"/>
              <a:t>‘</a:t>
            </a:r>
            <a:r>
              <a:rPr lang="ko-KR" altLang="en-US" smtClean="0"/>
              <a:t>희생자</a:t>
            </a:r>
            <a:r>
              <a:rPr lang="en-US" altLang="ko-KR" smtClean="0"/>
              <a:t>’</a:t>
            </a:r>
            <a:r>
              <a:rPr lang="ko-KR" altLang="en-US" smtClean="0"/>
              <a:t>의 플롯에서는 희생할 것 같은 사람이 희생하는 걸 보여준다</a:t>
            </a:r>
            <a:r>
              <a:rPr lang="en-US" altLang="ko-KR" smtClean="0"/>
              <a:t>. </a:t>
            </a:r>
            <a:r>
              <a:rPr lang="ko-KR" altLang="en-US" smtClean="0"/>
              <a:t>희생하는 이유도 보여주고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b="1" smtClean="0"/>
              <a:t>절대 희생하지 않을 것같은 사람</a:t>
            </a:r>
            <a:r>
              <a:rPr lang="ko-KR" altLang="en-US" smtClean="0"/>
              <a:t>이 나와야 한다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그런 사람이 희생하게 된다</a:t>
            </a:r>
            <a:r>
              <a:rPr lang="en-US" altLang="ko-KR" smtClean="0"/>
              <a:t>. -&gt; </a:t>
            </a:r>
            <a:r>
              <a:rPr lang="ko-KR" altLang="en-US" smtClean="0"/>
              <a:t>주변의 압박 등 의도치않게 갑자기 이런 상황이 등장한다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b="1" smtClean="0"/>
              <a:t>도입부에서 </a:t>
            </a:r>
            <a:r>
              <a:rPr lang="en-US" altLang="ko-KR" b="1" smtClean="0"/>
              <a:t>‘</a:t>
            </a:r>
            <a:r>
              <a:rPr lang="ko-KR" altLang="en-US" b="1" smtClean="0"/>
              <a:t>희생할 사람이 절대 아니다</a:t>
            </a:r>
            <a:r>
              <a:rPr lang="en-US" altLang="ko-KR" b="1" smtClean="0"/>
              <a:t>＇</a:t>
            </a:r>
            <a:r>
              <a:rPr lang="ko-KR" altLang="en-US" b="1" smtClean="0"/>
              <a:t>라는 것을 반드시 보여줘야 함</a:t>
            </a:r>
            <a:endParaRPr lang="ko-KR" altLang="en-US" b="1"/>
          </a:p>
        </p:txBody>
      </p:sp>
    </p:spTree>
    <p:extLst>
      <p:ext uri="{BB962C8B-B14F-4D97-AF65-F5344CB8AC3E}">
        <p14:creationId xmlns:p14="http://schemas.microsoft.com/office/powerpoint/2010/main" val="34976252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[</a:t>
            </a:r>
            <a:r>
              <a:rPr lang="ko-KR" altLang="en-US" smtClean="0"/>
              <a:t>콘스탄틴</a:t>
            </a:r>
            <a:r>
              <a:rPr lang="en-US" altLang="ko-KR" smtClean="0"/>
              <a:t>]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콘스탄틴이 이타적인 인간이 아님을 보여주는 것으로 도입부를 시작한다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클라이막스에서는 타인을 위한 기도를 하면서</a:t>
            </a:r>
            <a:r>
              <a:rPr lang="en-US" altLang="ko-KR" smtClean="0"/>
              <a:t>(</a:t>
            </a:r>
            <a:r>
              <a:rPr lang="ko-KR" altLang="en-US" smtClean="0"/>
              <a:t>희생</a:t>
            </a:r>
            <a:r>
              <a:rPr lang="en-US" altLang="ko-KR" smtClean="0"/>
              <a:t>), </a:t>
            </a:r>
            <a:r>
              <a:rPr lang="ko-KR" altLang="en-US" smtClean="0"/>
              <a:t>결국에는 자기 스스로도 구원받게 된다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이게 </a:t>
            </a:r>
            <a:r>
              <a:rPr lang="en-US" altLang="ko-KR" smtClean="0"/>
              <a:t>‘</a:t>
            </a:r>
            <a:r>
              <a:rPr lang="ko-KR" altLang="en-US" smtClean="0"/>
              <a:t>희생의 플롯</a:t>
            </a:r>
            <a:r>
              <a:rPr lang="en-US" altLang="ko-KR" smtClean="0"/>
              <a:t>＇</a:t>
            </a:r>
            <a:r>
              <a:rPr lang="ko-KR" altLang="en-US" smtClean="0"/>
              <a:t>의 맛</a:t>
            </a:r>
            <a:r>
              <a:rPr lang="en-US" altLang="ko-KR" smtClean="0"/>
              <a:t>.</a:t>
            </a:r>
          </a:p>
          <a:p>
            <a:r>
              <a:rPr lang="ko-KR" altLang="en-US" smtClean="0">
                <a:solidFill>
                  <a:srgbClr val="FF0000"/>
                </a:solidFill>
              </a:rPr>
              <a:t>절대 희생할 것 같지 않은 사람이 희생하는 것</a:t>
            </a:r>
            <a:r>
              <a:rPr lang="en-US" altLang="ko-KR" smtClean="0">
                <a:solidFill>
                  <a:srgbClr val="FF0000"/>
                </a:solidFill>
              </a:rPr>
              <a:t>.</a:t>
            </a:r>
            <a:endParaRPr lang="ko-KR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81739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[</a:t>
            </a:r>
            <a:r>
              <a:rPr lang="ko-KR" altLang="en-US" smtClean="0"/>
              <a:t>암살교실</a:t>
            </a:r>
            <a:r>
              <a:rPr lang="en-US" altLang="ko-KR" smtClean="0"/>
              <a:t>]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ko-KR" altLang="en-US" smtClean="0"/>
              <a:t>일본은 </a:t>
            </a:r>
            <a:r>
              <a:rPr lang="en-US" altLang="ko-KR" smtClean="0"/>
              <a:t>ip </a:t>
            </a:r>
            <a:r>
              <a:rPr lang="ko-KR" altLang="en-US" smtClean="0"/>
              <a:t>산업이 크다</a:t>
            </a:r>
            <a:r>
              <a:rPr lang="en-US" altLang="ko-KR" smtClean="0"/>
              <a:t>. IP = </a:t>
            </a:r>
            <a:r>
              <a:rPr lang="ko-KR" altLang="en-US" smtClean="0"/>
              <a:t>창발적인 사고를 가능하게 한다</a:t>
            </a:r>
            <a:r>
              <a:rPr lang="en-US" altLang="ko-KR" smtClean="0"/>
              <a:t>.</a:t>
            </a:r>
          </a:p>
          <a:p>
            <a:endParaRPr lang="en-US" altLang="ko-KR" smtClean="0"/>
          </a:p>
          <a:p>
            <a:r>
              <a:rPr lang="ko-KR" altLang="en-US" smtClean="0"/>
              <a:t>도입 </a:t>
            </a:r>
            <a:r>
              <a:rPr lang="en-US" altLang="ko-KR" smtClean="0"/>
              <a:t>: </a:t>
            </a:r>
            <a:r>
              <a:rPr lang="ko-KR" altLang="en-US" smtClean="0"/>
              <a:t>달이 </a:t>
            </a:r>
            <a:r>
              <a:rPr lang="en-US" altLang="ko-KR" smtClean="0"/>
              <a:t>1/3</a:t>
            </a:r>
            <a:r>
              <a:rPr lang="ko-KR" altLang="en-US" smtClean="0"/>
              <a:t>만 남고 파괴됨</a:t>
            </a:r>
            <a:r>
              <a:rPr lang="en-US" altLang="ko-KR" smtClean="0"/>
              <a:t>. </a:t>
            </a:r>
            <a:r>
              <a:rPr lang="ko-KR" altLang="en-US" smtClean="0"/>
              <a:t>그 달을 파괴한 살선생</a:t>
            </a:r>
            <a:r>
              <a:rPr lang="en-US" altLang="ko-KR" smtClean="0"/>
              <a:t>. </a:t>
            </a:r>
            <a:r>
              <a:rPr lang="ko-KR" altLang="en-US" smtClean="0"/>
              <a:t>살선생은 인간의 실험에 의해 만들어짐</a:t>
            </a:r>
            <a:r>
              <a:rPr lang="en-US" altLang="ko-KR" smtClean="0"/>
              <a:t>. </a:t>
            </a:r>
            <a:r>
              <a:rPr lang="ko-KR" altLang="en-US" smtClean="0"/>
              <a:t>살선생과 썸타던 인간 여자가 폭발 사고로 죽어가면서 자신의 반 학생들을 부탁한다</a:t>
            </a:r>
            <a:r>
              <a:rPr lang="en-US" altLang="ko-KR" smtClean="0"/>
              <a:t>. </a:t>
            </a:r>
            <a:r>
              <a:rPr lang="ko-KR" altLang="en-US" smtClean="0"/>
              <a:t>그 학생들을 맡게 된 살선생</a:t>
            </a:r>
            <a:endParaRPr lang="en-US" altLang="ko-KR" smtClean="0"/>
          </a:p>
          <a:p>
            <a:r>
              <a:rPr lang="ko-KR" altLang="en-US" smtClean="0"/>
              <a:t>살선생 또한 </a:t>
            </a:r>
            <a:r>
              <a:rPr lang="en-US" altLang="ko-KR" smtClean="0"/>
              <a:t>1</a:t>
            </a:r>
            <a:r>
              <a:rPr lang="ko-KR" altLang="en-US" smtClean="0"/>
              <a:t>년 후 폭발해서 사망할 수도 있는 시한부</a:t>
            </a:r>
            <a:r>
              <a:rPr lang="en-US" altLang="ko-KR" smtClean="0"/>
              <a:t>. </a:t>
            </a:r>
            <a:r>
              <a:rPr lang="ko-KR" altLang="en-US" smtClean="0"/>
              <a:t>그 </a:t>
            </a:r>
            <a:r>
              <a:rPr lang="en-US" altLang="ko-KR" smtClean="0"/>
              <a:t>1</a:t>
            </a:r>
            <a:r>
              <a:rPr lang="ko-KR" altLang="en-US" smtClean="0"/>
              <a:t>년 동안 학생들을 가르치는 것</a:t>
            </a:r>
            <a:r>
              <a:rPr lang="en-US" altLang="ko-KR" smtClean="0"/>
              <a:t>. </a:t>
            </a:r>
            <a:r>
              <a:rPr lang="ko-KR" altLang="en-US" smtClean="0"/>
              <a:t>그 학생들에 한해서는 자신을 죽일 수 있는 권한을 준다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교육 </a:t>
            </a:r>
            <a:r>
              <a:rPr lang="en-US" altLang="ko-KR" smtClean="0"/>
              <a:t>: </a:t>
            </a:r>
            <a:r>
              <a:rPr lang="ko-KR" altLang="en-US" smtClean="0"/>
              <a:t>학생을 교육받을 자리에 앉히는 것부터 시작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암살 무기는 인간에게는 해를 끼치지 </a:t>
            </a:r>
            <a:r>
              <a:rPr lang="en-US" altLang="ko-KR" smtClean="0"/>
              <a:t>X. </a:t>
            </a:r>
            <a:r>
              <a:rPr lang="ko-KR" altLang="en-US" smtClean="0"/>
              <a:t>살선생에게만 치명상을 줌</a:t>
            </a:r>
            <a:endParaRPr lang="en-US" altLang="ko-KR" smtClean="0"/>
          </a:p>
          <a:p>
            <a:endParaRPr lang="en-US" altLang="ko-KR" smtClean="0"/>
          </a:p>
          <a:p>
            <a:r>
              <a:rPr lang="ko-KR" altLang="en-US" smtClean="0"/>
              <a:t>학원물 </a:t>
            </a:r>
            <a:r>
              <a:rPr lang="en-US" altLang="ko-KR" smtClean="0"/>
              <a:t>: (</a:t>
            </a:r>
            <a:r>
              <a:rPr lang="ko-KR" altLang="en-US" smtClean="0"/>
              <a:t>부임</a:t>
            </a:r>
            <a:r>
              <a:rPr lang="en-US" altLang="ko-KR" smtClean="0"/>
              <a:t>) -&gt; </a:t>
            </a:r>
            <a:r>
              <a:rPr lang="ko-KR" altLang="en-US" smtClean="0"/>
              <a:t>동기부여 </a:t>
            </a:r>
            <a:r>
              <a:rPr lang="en-US" altLang="ko-KR" smtClean="0"/>
              <a:t>-&gt; </a:t>
            </a:r>
            <a:r>
              <a:rPr lang="ko-KR" altLang="en-US" smtClean="0"/>
              <a:t>학생들의 재능 발견</a:t>
            </a:r>
            <a:endParaRPr lang="en-US" altLang="ko-KR" smtClean="0"/>
          </a:p>
          <a:p>
            <a:r>
              <a:rPr lang="ko-KR" altLang="en-US" smtClean="0"/>
              <a:t>선생이 얼마나 학생들에게 희생할 수 있는 지를 학생들이 선생을 끊임없이 시험한다</a:t>
            </a:r>
            <a:r>
              <a:rPr lang="en-US" altLang="ko-KR" smtClean="0"/>
              <a:t>.</a:t>
            </a:r>
            <a:endParaRPr lang="en-US" altLang="ko-KR"/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24115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2888" y="490127"/>
            <a:ext cx="9126224" cy="5877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5803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8125" y="361522"/>
            <a:ext cx="9135750" cy="6134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72712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(17) </a:t>
            </a:r>
            <a:r>
              <a:rPr lang="ko-KR" altLang="en-US" smtClean="0"/>
              <a:t>발견의 플롯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smtClean="0"/>
              <a:t>발명 </a:t>
            </a:r>
            <a:r>
              <a:rPr lang="en-US" altLang="ko-KR" smtClean="0"/>
              <a:t>X. </a:t>
            </a:r>
            <a:r>
              <a:rPr lang="ko-KR" altLang="en-US" smtClean="0"/>
              <a:t>즉</a:t>
            </a:r>
            <a:r>
              <a:rPr lang="en-US" altLang="ko-KR" smtClean="0"/>
              <a:t>, </a:t>
            </a:r>
            <a:r>
              <a:rPr lang="ko-KR" altLang="en-US" smtClean="0"/>
              <a:t>원래 없던 것을 만드는 것</a:t>
            </a:r>
            <a:endParaRPr lang="en-US" altLang="ko-KR" smtClean="0"/>
          </a:p>
          <a:p>
            <a:r>
              <a:rPr lang="ko-KR" altLang="en-US" smtClean="0"/>
              <a:t>발견 </a:t>
            </a:r>
            <a:r>
              <a:rPr lang="en-US" altLang="ko-KR" smtClean="0"/>
              <a:t>-&gt; </a:t>
            </a:r>
            <a:r>
              <a:rPr lang="ko-KR" altLang="en-US" smtClean="0"/>
              <a:t>원래 존재하던</a:t>
            </a:r>
            <a:r>
              <a:rPr lang="en-US" altLang="ko-KR" smtClean="0"/>
              <a:t>/</a:t>
            </a:r>
            <a:r>
              <a:rPr lang="ko-KR" altLang="en-US" smtClean="0"/>
              <a:t>잊힌 것을 찾아내는 것</a:t>
            </a:r>
            <a:endParaRPr lang="en-US" altLang="ko-KR" smtClean="0"/>
          </a:p>
          <a:p>
            <a:r>
              <a:rPr lang="ko-KR" altLang="en-US" smtClean="0"/>
              <a:t>즉</a:t>
            </a:r>
            <a:r>
              <a:rPr lang="en-US" altLang="ko-KR" smtClean="0"/>
              <a:t>, ‘</a:t>
            </a:r>
            <a:r>
              <a:rPr lang="ko-KR" altLang="en-US" b="1" smtClean="0"/>
              <a:t>원래 있었던 것</a:t>
            </a:r>
            <a:r>
              <a:rPr lang="en-US" altLang="ko-KR" smtClean="0"/>
              <a:t>＇</a:t>
            </a:r>
            <a:r>
              <a:rPr lang="ko-KR" altLang="en-US" smtClean="0"/>
              <a:t>에 대한 이야기</a:t>
            </a:r>
            <a:endParaRPr lang="en-US" altLang="ko-KR" smtClean="0"/>
          </a:p>
          <a:p>
            <a:r>
              <a:rPr lang="ko-KR" altLang="en-US" smtClean="0"/>
              <a:t>예</a:t>
            </a:r>
            <a:r>
              <a:rPr lang="en-US" altLang="ko-KR" smtClean="0"/>
              <a:t>) </a:t>
            </a:r>
            <a:r>
              <a:rPr lang="ko-KR" altLang="en-US" smtClean="0"/>
              <a:t>출생</a:t>
            </a:r>
            <a:r>
              <a:rPr lang="en-US" altLang="ko-KR" smtClean="0"/>
              <a:t>/</a:t>
            </a:r>
            <a:r>
              <a:rPr lang="ko-KR" altLang="en-US" smtClean="0"/>
              <a:t>건강</a:t>
            </a:r>
            <a:r>
              <a:rPr lang="en-US" altLang="ko-KR" smtClean="0"/>
              <a:t>/</a:t>
            </a:r>
            <a:r>
              <a:rPr lang="ko-KR" altLang="en-US" smtClean="0"/>
              <a:t>돈</a:t>
            </a:r>
            <a:r>
              <a:rPr lang="en-US" altLang="ko-KR" smtClean="0"/>
              <a:t>/</a:t>
            </a:r>
            <a:r>
              <a:rPr lang="ko-KR" altLang="en-US" smtClean="0"/>
              <a:t>범죄 사실</a:t>
            </a:r>
            <a:r>
              <a:rPr lang="en-US" altLang="ko-KR" smtClean="0"/>
              <a:t>/</a:t>
            </a:r>
            <a:r>
              <a:rPr lang="ko-KR" altLang="en-US" smtClean="0"/>
              <a:t>기억의 비밀</a:t>
            </a:r>
            <a:endParaRPr lang="en-US" altLang="ko-KR" smtClean="0"/>
          </a:p>
          <a:p>
            <a:r>
              <a:rPr lang="ko-KR" altLang="en-US" smtClean="0"/>
              <a:t>막장 드라마는 이것들을 종합적으로 쓴다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>
                <a:solidFill>
                  <a:srgbClr val="FF0000"/>
                </a:solidFill>
              </a:rPr>
              <a:t>발견하는 </a:t>
            </a:r>
            <a:r>
              <a:rPr lang="en-US" altLang="ko-KR" smtClean="0">
                <a:solidFill>
                  <a:srgbClr val="FF0000"/>
                </a:solidFill>
              </a:rPr>
              <a:t>‘</a:t>
            </a:r>
            <a:r>
              <a:rPr lang="ko-KR" altLang="en-US" smtClean="0">
                <a:solidFill>
                  <a:srgbClr val="FF0000"/>
                </a:solidFill>
              </a:rPr>
              <a:t>시점</a:t>
            </a:r>
            <a:r>
              <a:rPr lang="en-US" altLang="ko-KR" smtClean="0">
                <a:solidFill>
                  <a:srgbClr val="FF0000"/>
                </a:solidFill>
              </a:rPr>
              <a:t>/</a:t>
            </a:r>
            <a:r>
              <a:rPr lang="ko-KR" altLang="en-US" smtClean="0">
                <a:solidFill>
                  <a:srgbClr val="FF0000"/>
                </a:solidFill>
              </a:rPr>
              <a:t>타이밍</a:t>
            </a:r>
            <a:r>
              <a:rPr lang="en-US" altLang="ko-KR" smtClean="0">
                <a:solidFill>
                  <a:srgbClr val="FF0000"/>
                </a:solidFill>
              </a:rPr>
              <a:t>’</a:t>
            </a:r>
            <a:r>
              <a:rPr lang="ko-KR" altLang="en-US" smtClean="0"/>
              <a:t>이 가장 중요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자극적인 플롯</a:t>
            </a:r>
            <a:r>
              <a:rPr lang="en-US" altLang="ko-KR" smtClean="0"/>
              <a:t>. </a:t>
            </a:r>
            <a:r>
              <a:rPr lang="ko-KR" altLang="en-US" smtClean="0"/>
              <a:t>비밀 발견 이후의 </a:t>
            </a:r>
            <a:r>
              <a:rPr lang="en-US" altLang="ko-KR" smtClean="0"/>
              <a:t>BEFORE</a:t>
            </a:r>
            <a:r>
              <a:rPr lang="ko-KR" altLang="en-US" smtClean="0"/>
              <a:t>와 </a:t>
            </a:r>
            <a:r>
              <a:rPr lang="en-US" altLang="ko-KR" smtClean="0"/>
              <a:t>AFTER</a:t>
            </a:r>
            <a:r>
              <a:rPr lang="ko-KR" altLang="en-US" smtClean="0"/>
              <a:t>의 차이가 클수록 더 재밌어진다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27184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[</a:t>
            </a:r>
            <a:r>
              <a:rPr lang="ko-KR" altLang="en-US" smtClean="0"/>
              <a:t>협녀</a:t>
            </a:r>
            <a:r>
              <a:rPr lang="en-US" altLang="ko-KR" smtClean="0"/>
              <a:t>, </a:t>
            </a:r>
            <a:r>
              <a:rPr lang="ko-KR" altLang="en-US" smtClean="0"/>
              <a:t>칼의 기억</a:t>
            </a:r>
            <a:r>
              <a:rPr lang="en-US" altLang="ko-KR" smtClean="0"/>
              <a:t>]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mtClean="0"/>
              <a:t>‘</a:t>
            </a:r>
            <a:r>
              <a:rPr lang="ko-KR" altLang="en-US" smtClean="0"/>
              <a:t>출생의 비밀</a:t>
            </a:r>
            <a:r>
              <a:rPr lang="en-US" altLang="ko-KR" smtClean="0"/>
              <a:t>’</a:t>
            </a:r>
            <a:r>
              <a:rPr lang="ko-KR" altLang="en-US" smtClean="0"/>
              <a:t>은 매우 중요한 소재</a:t>
            </a:r>
            <a:r>
              <a:rPr lang="en-US" altLang="ko-KR" smtClean="0"/>
              <a:t>.</a:t>
            </a:r>
          </a:p>
          <a:p>
            <a:r>
              <a:rPr lang="en-US" altLang="ko-KR" smtClean="0"/>
              <a:t>BUT </a:t>
            </a:r>
            <a:r>
              <a:rPr lang="ko-KR" altLang="en-US" smtClean="0"/>
              <a:t>클라이막스에서 이것이 밝혀지는 게 아니라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영화 시작 </a:t>
            </a:r>
            <a:r>
              <a:rPr lang="en-US" altLang="ko-KR" smtClean="0"/>
              <a:t>5</a:t>
            </a:r>
            <a:r>
              <a:rPr lang="ko-KR" altLang="en-US" smtClean="0"/>
              <a:t>분도 안 돼서 이것이 밝혀졌다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그래서 이후의 스토리는 지루하게 느껴진다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영화가 망함</a:t>
            </a:r>
            <a:endParaRPr lang="en-US" altLang="ko-KR" smtClean="0"/>
          </a:p>
          <a:p>
            <a:r>
              <a:rPr lang="ko-KR" altLang="en-US" smtClean="0"/>
              <a:t>이를 통해 </a:t>
            </a:r>
            <a:r>
              <a:rPr lang="en-US" altLang="ko-KR" smtClean="0">
                <a:solidFill>
                  <a:srgbClr val="FF0000"/>
                </a:solidFill>
              </a:rPr>
              <a:t>‘</a:t>
            </a:r>
            <a:r>
              <a:rPr lang="ko-KR" altLang="en-US" smtClean="0">
                <a:solidFill>
                  <a:srgbClr val="FF0000"/>
                </a:solidFill>
              </a:rPr>
              <a:t>타이밍의 중요성</a:t>
            </a:r>
            <a:r>
              <a:rPr lang="en-US" altLang="ko-KR" smtClean="0">
                <a:solidFill>
                  <a:srgbClr val="FF0000"/>
                </a:solidFill>
              </a:rPr>
              <a:t>’</a:t>
            </a:r>
            <a:r>
              <a:rPr lang="ko-KR" altLang="en-US" smtClean="0"/>
              <a:t>을 다시 느낄 수 있다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59971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[</a:t>
            </a:r>
            <a:r>
              <a:rPr lang="ko-KR" altLang="en-US" smtClean="0"/>
              <a:t>코코</a:t>
            </a:r>
            <a:r>
              <a:rPr lang="en-US" altLang="ko-KR" smtClean="0"/>
              <a:t>]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21368" y="1825625"/>
            <a:ext cx="11149264" cy="4351338"/>
          </a:xfrm>
        </p:spPr>
        <p:txBody>
          <a:bodyPr>
            <a:normAutofit fontScale="92500" lnSpcReduction="10000"/>
          </a:bodyPr>
          <a:lstStyle/>
          <a:p>
            <a:r>
              <a:rPr lang="ko-KR" altLang="en-US" smtClean="0"/>
              <a:t>영화 시작 </a:t>
            </a:r>
            <a:r>
              <a:rPr lang="en-US" altLang="ko-KR" smtClean="0"/>
              <a:t>3</a:t>
            </a:r>
            <a:r>
              <a:rPr lang="ko-KR" altLang="en-US" smtClean="0"/>
              <a:t>분도 안 돼서 출생의 비밀을 알려줌</a:t>
            </a:r>
            <a:endParaRPr lang="en-US" altLang="ko-KR" smtClean="0"/>
          </a:p>
          <a:p>
            <a:r>
              <a:rPr lang="en-US" altLang="ko-KR" smtClean="0"/>
              <a:t>BUT </a:t>
            </a:r>
            <a:r>
              <a:rPr lang="ko-KR" altLang="en-US" smtClean="0"/>
              <a:t>재밌음</a:t>
            </a:r>
            <a:endParaRPr lang="en-US" altLang="ko-KR" smtClean="0"/>
          </a:p>
          <a:p>
            <a:r>
              <a:rPr lang="ko-KR" altLang="en-US" b="1" smtClean="0"/>
              <a:t>뒤에 더 큰 발견</a:t>
            </a:r>
            <a:r>
              <a:rPr lang="en-US" altLang="ko-KR" b="1" smtClean="0"/>
              <a:t>/</a:t>
            </a:r>
            <a:r>
              <a:rPr lang="ko-KR" altLang="en-US" b="1" smtClean="0"/>
              <a:t>더 재밌는 발견이 있다면</a:t>
            </a:r>
            <a:r>
              <a:rPr lang="en-US" altLang="ko-KR" b="1"/>
              <a:t/>
            </a:r>
            <a:br>
              <a:rPr lang="en-US" altLang="ko-KR" b="1"/>
            </a:br>
            <a:r>
              <a:rPr lang="ko-KR" altLang="en-US" b="1" smtClean="0"/>
              <a:t>앞에서 얼마든지 이러한 비밀을 밝혀도 된다</a:t>
            </a:r>
            <a:r>
              <a:rPr lang="en-US" altLang="ko-KR" b="1" smtClean="0"/>
              <a:t>.</a:t>
            </a:r>
          </a:p>
          <a:p>
            <a:endParaRPr lang="en-US" altLang="ko-KR"/>
          </a:p>
          <a:p>
            <a:r>
              <a:rPr lang="en-US" altLang="ko-KR" smtClean="0"/>
              <a:t>3</a:t>
            </a:r>
            <a:r>
              <a:rPr lang="ko-KR" altLang="en-US" smtClean="0"/>
              <a:t>번의 발견을 하게 된다</a:t>
            </a:r>
            <a:r>
              <a:rPr lang="en-US" altLang="ko-KR" smtClean="0"/>
              <a:t>.</a:t>
            </a:r>
          </a:p>
          <a:p>
            <a:pPr lvl="1"/>
            <a:r>
              <a:rPr lang="ko-KR" altLang="en-US" smtClean="0"/>
              <a:t>첫 번째 발견 </a:t>
            </a:r>
            <a:r>
              <a:rPr lang="en-US" altLang="ko-KR" smtClean="0"/>
              <a:t>: </a:t>
            </a:r>
            <a:r>
              <a:rPr lang="ko-KR" altLang="en-US" smtClean="0"/>
              <a:t>출생의 비밀 </a:t>
            </a:r>
            <a:r>
              <a:rPr lang="en-US" altLang="ko-KR" smtClean="0"/>
              <a:t>=&gt; </a:t>
            </a:r>
            <a:r>
              <a:rPr lang="ko-KR" altLang="en-US" smtClean="0"/>
              <a:t>델라 크루즈가 주인공의 고조 할아버지다</a:t>
            </a:r>
            <a:r>
              <a:rPr lang="en-US" altLang="ko-KR" smtClean="0"/>
              <a:t>.</a:t>
            </a:r>
          </a:p>
          <a:p>
            <a:pPr lvl="1"/>
            <a:r>
              <a:rPr lang="ko-KR" altLang="en-US" smtClean="0"/>
              <a:t>두 번째 발견 </a:t>
            </a:r>
            <a:r>
              <a:rPr lang="en-US" altLang="ko-KR" smtClean="0"/>
              <a:t>: </a:t>
            </a:r>
            <a:r>
              <a:rPr lang="ko-KR" altLang="en-US" smtClean="0"/>
              <a:t>고조 할아버지의 범죄 사실에 대한 비밀 </a:t>
            </a:r>
            <a:r>
              <a:rPr lang="en-US" altLang="ko-KR" smtClean="0"/>
              <a:t>=&gt; </a:t>
            </a:r>
            <a:r>
              <a:rPr lang="ko-KR" altLang="en-US" smtClean="0"/>
              <a:t>델라 크루즈가 친구인 헥터를 죽이고 그의 명곡을 도둑질한다</a:t>
            </a:r>
            <a:r>
              <a:rPr lang="en-US" altLang="ko-KR" smtClean="0"/>
              <a:t>.</a:t>
            </a:r>
          </a:p>
          <a:p>
            <a:pPr lvl="1"/>
            <a:r>
              <a:rPr lang="ko-KR" altLang="en-US" smtClean="0"/>
              <a:t>세 번째 발견 </a:t>
            </a:r>
            <a:r>
              <a:rPr lang="en-US" altLang="ko-KR" smtClean="0"/>
              <a:t>: </a:t>
            </a:r>
            <a:r>
              <a:rPr lang="ko-KR" altLang="en-US" smtClean="0"/>
              <a:t>출생의 비밀 </a:t>
            </a:r>
            <a:r>
              <a:rPr lang="en-US" altLang="ko-KR" smtClean="0"/>
              <a:t>(2) =&gt; </a:t>
            </a:r>
            <a:r>
              <a:rPr lang="ko-KR" altLang="en-US" smtClean="0"/>
              <a:t>진짜 고조 할아버지는 델라 크루즈가 아닌 헥터다</a:t>
            </a:r>
            <a:r>
              <a:rPr lang="en-US" altLang="ko-KR" smtClean="0"/>
              <a:t>.</a:t>
            </a:r>
            <a:endParaRPr lang="en-US" altLang="ko-KR"/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12153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8572" y="285311"/>
            <a:ext cx="9354856" cy="6287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9401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사랑</a:t>
            </a:r>
            <a:r>
              <a:rPr lang="en-US" altLang="ko-KR" smtClean="0"/>
              <a:t>, </a:t>
            </a:r>
            <a:r>
              <a:rPr lang="ko-KR" altLang="en-US" smtClean="0"/>
              <a:t>금지된 사랑</a:t>
            </a:r>
            <a:r>
              <a:rPr lang="en-US" altLang="ko-KR" smtClean="0"/>
              <a:t>, </a:t>
            </a:r>
            <a:r>
              <a:rPr lang="ko-KR" altLang="en-US" smtClean="0"/>
              <a:t>희생</a:t>
            </a:r>
            <a:r>
              <a:rPr lang="en-US" altLang="ko-KR" smtClean="0"/>
              <a:t>, </a:t>
            </a:r>
            <a:r>
              <a:rPr lang="ko-KR" altLang="en-US" smtClean="0"/>
              <a:t>발견의 플롯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08104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462</Words>
  <Application>Microsoft Office PowerPoint</Application>
  <PresentationFormat>와이드스크린</PresentationFormat>
  <Paragraphs>85</Paragraphs>
  <Slides>15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8" baseType="lpstr">
      <vt:lpstr>맑은 고딕</vt:lpstr>
      <vt:lpstr>Arial</vt:lpstr>
      <vt:lpstr>Office 테마</vt:lpstr>
      <vt:lpstr>(14) 사랑의 플롯</vt:lpstr>
      <vt:lpstr>[로미오와 줄리엣]</vt:lpstr>
      <vt:lpstr>PowerPoint 프레젠테이션</vt:lpstr>
      <vt:lpstr>(15) 금지된 사랑의 플롯</vt:lpstr>
      <vt:lpstr>PowerPoint 프레젠테이션</vt:lpstr>
      <vt:lpstr>(16) 희생의 플롯</vt:lpstr>
      <vt:lpstr>[콘스탄틴]</vt:lpstr>
      <vt:lpstr>[암살교실]</vt:lpstr>
      <vt:lpstr>PowerPoint 프레젠테이션</vt:lpstr>
      <vt:lpstr>PowerPoint 프레젠테이션</vt:lpstr>
      <vt:lpstr>(17) 발견의 플롯</vt:lpstr>
      <vt:lpstr>[협녀, 칼의 기억]</vt:lpstr>
      <vt:lpstr>[코코]</vt:lpstr>
      <vt:lpstr>PowerPoint 프레젠테이션</vt:lpstr>
      <vt:lpstr>PowerPoint 프레젠테이션</vt:lpstr>
    </vt:vector>
  </TitlesOfParts>
  <Company>Organization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(14) 사랑의 플롯 / </dc:title>
  <dc:creator>FullName</dc:creator>
  <cp:lastModifiedBy>FullName</cp:lastModifiedBy>
  <cp:revision>11</cp:revision>
  <dcterms:created xsi:type="dcterms:W3CDTF">2026-03-30T05:06:26Z</dcterms:created>
  <dcterms:modified xsi:type="dcterms:W3CDTF">2026-03-30T06:51:23Z</dcterms:modified>
</cp:coreProperties>
</file>