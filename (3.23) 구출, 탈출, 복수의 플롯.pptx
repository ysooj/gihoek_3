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59" r:id="rId6"/>
    <p:sldId id="263" r:id="rId7"/>
    <p:sldId id="258" r:id="rId8"/>
    <p:sldId id="264" r:id="rId9"/>
    <p:sldId id="266" r:id="rId10"/>
    <p:sldId id="267" r:id="rId11"/>
    <p:sldId id="265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52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9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94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5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7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46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65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53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1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62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36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3EECE-E8BF-4B03-ACAE-CCC313D72BEC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54935-E442-4B78-88DD-215F770886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5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(4) </a:t>
            </a:r>
            <a:r>
              <a:rPr lang="ko-KR" altLang="en-US" smtClean="0"/>
              <a:t>구출의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6365"/>
          </a:xfrm>
        </p:spPr>
        <p:txBody>
          <a:bodyPr>
            <a:normAutofit/>
          </a:bodyPr>
          <a:lstStyle/>
          <a:p>
            <a:r>
              <a:rPr lang="en-US" altLang="ko-KR" smtClean="0"/>
              <a:t>3</a:t>
            </a:r>
            <a:r>
              <a:rPr lang="ko-KR" altLang="en-US" smtClean="0"/>
              <a:t>개의 역할 필요</a:t>
            </a:r>
            <a:endParaRPr lang="en-US" altLang="ko-KR" smtClean="0"/>
          </a:p>
          <a:p>
            <a:pPr lvl="1"/>
            <a:r>
              <a:rPr lang="ko-KR" altLang="en-US" smtClean="0"/>
              <a:t>납치 당하는 사람 </a:t>
            </a:r>
            <a:r>
              <a:rPr lang="en-US" altLang="ko-KR" smtClean="0"/>
              <a:t>(B)</a:t>
            </a:r>
          </a:p>
          <a:p>
            <a:pPr lvl="1"/>
            <a:r>
              <a:rPr lang="ko-KR" altLang="en-US" smtClean="0"/>
              <a:t>납치하는 사람 </a:t>
            </a:r>
            <a:r>
              <a:rPr lang="en-US" altLang="ko-KR" smtClean="0"/>
              <a:t>(C)</a:t>
            </a:r>
          </a:p>
          <a:p>
            <a:pPr lvl="1"/>
            <a:r>
              <a:rPr lang="ko-KR" altLang="en-US" smtClean="0"/>
              <a:t>구출하려는 사람 </a:t>
            </a:r>
            <a:r>
              <a:rPr lang="en-US" altLang="ko-KR" smtClean="0"/>
              <a:t>(A)</a:t>
            </a:r>
            <a:endParaRPr lang="en-US" altLang="ko-KR" smtClean="0"/>
          </a:p>
          <a:p>
            <a:r>
              <a:rPr lang="ko-KR" altLang="en-US" smtClean="0"/>
              <a:t>힘의 관계</a:t>
            </a:r>
            <a:endParaRPr lang="en-US" altLang="ko-KR" smtClean="0"/>
          </a:p>
          <a:p>
            <a:pPr lvl="1"/>
            <a:r>
              <a:rPr lang="ko-KR" altLang="en-US" smtClean="0"/>
              <a:t>초반 </a:t>
            </a:r>
            <a:r>
              <a:rPr lang="en-US" altLang="ko-KR" smtClean="0"/>
              <a:t>: A &lt;&lt; C</a:t>
            </a:r>
          </a:p>
          <a:p>
            <a:pPr lvl="1"/>
            <a:r>
              <a:rPr lang="ko-KR" altLang="en-US" smtClean="0"/>
              <a:t>중반 </a:t>
            </a:r>
            <a:r>
              <a:rPr lang="en-US" altLang="ko-KR" smtClean="0"/>
              <a:t>: A == C</a:t>
            </a:r>
          </a:p>
          <a:p>
            <a:pPr lvl="1"/>
            <a:r>
              <a:rPr lang="ko-KR" altLang="en-US" smtClean="0"/>
              <a:t>클라이막스 </a:t>
            </a:r>
            <a:r>
              <a:rPr lang="en-US" altLang="ko-KR" smtClean="0"/>
              <a:t>: A &gt;&gt;&gt;&gt;&gt; C</a:t>
            </a:r>
            <a:br>
              <a:rPr lang="en-US" altLang="ko-KR" smtClean="0"/>
            </a:br>
            <a:r>
              <a:rPr lang="en-US" altLang="ko-KR" smtClean="0"/>
              <a:t>=&gt; C</a:t>
            </a:r>
            <a:r>
              <a:rPr lang="ko-KR" altLang="en-US" smtClean="0"/>
              <a:t>의 생사여탈권이 </a:t>
            </a:r>
            <a:r>
              <a:rPr lang="en-US" altLang="ko-KR" smtClean="0"/>
              <a:t>A</a:t>
            </a:r>
            <a:r>
              <a:rPr lang="ko-KR" altLang="en-US" smtClean="0"/>
              <a:t>에게 있을 정도로 강해짐</a:t>
            </a:r>
            <a:endParaRPr lang="en-US" altLang="ko-KR" smtClean="0"/>
          </a:p>
          <a:p>
            <a:pPr lvl="1"/>
            <a:r>
              <a:rPr lang="en-US" altLang="ko-KR" smtClean="0"/>
              <a:t>B</a:t>
            </a:r>
            <a:r>
              <a:rPr lang="ko-KR" altLang="en-US" smtClean="0"/>
              <a:t>는 처음부터 끝까지 약하다</a:t>
            </a:r>
            <a:endParaRPr lang="en-US" altLang="ko-KR"/>
          </a:p>
          <a:p>
            <a:r>
              <a:rPr lang="ko-KR" altLang="en-US" smtClean="0"/>
              <a:t>힘의 관계만 명확하면 재밌는 플롯이 나올 것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61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아저씨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초반 </a:t>
            </a:r>
            <a:r>
              <a:rPr lang="en-US" altLang="ko-KR" smtClean="0"/>
              <a:t>: </a:t>
            </a:r>
            <a:r>
              <a:rPr lang="ko-KR" altLang="en-US" smtClean="0"/>
              <a:t>납치하는 사람</a:t>
            </a:r>
            <a:r>
              <a:rPr lang="en-US" altLang="ko-KR" smtClean="0"/>
              <a:t>(</a:t>
            </a:r>
            <a:r>
              <a:rPr lang="ko-KR" altLang="en-US" smtClean="0"/>
              <a:t>형제들</a:t>
            </a:r>
            <a:r>
              <a:rPr lang="en-US" altLang="ko-KR" smtClean="0"/>
              <a:t>) &gt;&gt;&gt; </a:t>
            </a:r>
            <a:r>
              <a:rPr lang="ko-KR" altLang="en-US" smtClean="0"/>
              <a:t>구하는 사람</a:t>
            </a:r>
            <a:r>
              <a:rPr lang="en-US" altLang="ko-KR" smtClean="0"/>
              <a:t>(</a:t>
            </a:r>
            <a:r>
              <a:rPr lang="ko-KR" altLang="en-US" smtClean="0"/>
              <a:t>원빈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중반 </a:t>
            </a:r>
            <a:r>
              <a:rPr lang="en-US" altLang="ko-KR" smtClean="0"/>
              <a:t>: </a:t>
            </a:r>
            <a:r>
              <a:rPr lang="ko-KR" altLang="en-US" smtClean="0"/>
              <a:t>한국 영화는 주인공이 서서히 강해지는 모습을 보여준다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정보의 힘도 힘의 관계에 포함</a:t>
            </a:r>
            <a:r>
              <a:rPr lang="en-US" altLang="ko-KR" smtClean="0"/>
              <a:t>. </a:t>
            </a:r>
            <a:r>
              <a:rPr lang="ko-KR" altLang="en-US" smtClean="0"/>
              <a:t>물리적 힘뿐만 아니라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형제들은 원빈의 얼굴을 알지만</a:t>
            </a:r>
            <a:r>
              <a:rPr lang="en-US" altLang="ko-KR" smtClean="0"/>
              <a:t>, </a:t>
            </a:r>
            <a:r>
              <a:rPr lang="ko-KR" altLang="en-US" smtClean="0"/>
              <a:t>원빈은 형제들의 얼굴을 모른다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     -&gt; </a:t>
            </a:r>
            <a:r>
              <a:rPr lang="ko-KR" altLang="en-US" smtClean="0"/>
              <a:t>원빈이 형제들의 얼굴을 알게 되면서 정보의 힘의 관계도 비슷해지기 시작</a:t>
            </a:r>
            <a:endParaRPr lang="en-US" altLang="ko-KR"/>
          </a:p>
          <a:p>
            <a:r>
              <a:rPr lang="ko-KR" altLang="en-US" smtClean="0"/>
              <a:t>후반 </a:t>
            </a:r>
            <a:r>
              <a:rPr lang="en-US" altLang="ko-KR" smtClean="0"/>
              <a:t>: </a:t>
            </a:r>
            <a:r>
              <a:rPr lang="ko-KR" altLang="en-US" smtClean="0"/>
              <a:t>원빈 </a:t>
            </a:r>
            <a:r>
              <a:rPr lang="en-US" altLang="ko-KR" smtClean="0"/>
              <a:t>&gt;&gt;&gt;&gt;&gt; </a:t>
            </a:r>
            <a:r>
              <a:rPr lang="ko-KR" altLang="en-US" smtClean="0"/>
              <a:t>형제들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원빈이 형제들의 생사여탈권을 가지게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보는 사람들은 희열을 느끼게 된다</a:t>
            </a:r>
            <a:r>
              <a:rPr lang="en-US" altLang="ko-KR" smtClean="0"/>
              <a:t>. </a:t>
            </a:r>
            <a:r>
              <a:rPr lang="ko-KR" altLang="en-US" smtClean="0"/>
              <a:t>영화라서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0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구출의 플롯 </a:t>
            </a:r>
            <a:r>
              <a:rPr lang="en-US" altLang="ko-KR" smtClean="0"/>
              <a:t>– </a:t>
            </a:r>
            <a:r>
              <a:rPr lang="ko-KR" altLang="en-US" smtClean="0"/>
              <a:t>힘의 관계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구출을 하느냐 하지 못하느냐보다는</a:t>
            </a:r>
            <a:endParaRPr lang="en-US" altLang="ko-KR" smtClean="0"/>
          </a:p>
          <a:p>
            <a:r>
              <a:rPr lang="ko-KR" altLang="en-US" smtClean="0"/>
              <a:t>힘의 관계에 더 집중해서 글을 써야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구출을 하는 결말을 하는 경우가 많긴 하다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03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테이큰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825625"/>
            <a:ext cx="10784305" cy="4351338"/>
          </a:xfrm>
        </p:spPr>
        <p:txBody>
          <a:bodyPr/>
          <a:lstStyle/>
          <a:p>
            <a:r>
              <a:rPr lang="ko-KR" altLang="en-US" smtClean="0"/>
              <a:t>할리우드에서는 관객들의 기대를 올리기 위해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조금은 다른 이야기의 기승전결을 먼저 초반에 빠르게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할리우드 영화에서는 힘의 관계가 굉장히 빠르게 바뀐다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글을 쓸 때는 현실적인 상황 분석이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플롯이 가져야하는 방향성</a:t>
            </a:r>
            <a:r>
              <a:rPr lang="en-US" altLang="ko-KR" smtClean="0"/>
              <a:t>, </a:t>
            </a:r>
            <a:r>
              <a:rPr lang="ko-KR" altLang="en-US" smtClean="0"/>
              <a:t>관계</a:t>
            </a:r>
            <a:r>
              <a:rPr lang="en-US" altLang="ko-KR" smtClean="0"/>
              <a:t>, </a:t>
            </a:r>
            <a:r>
              <a:rPr lang="ko-KR" altLang="en-US" smtClean="0"/>
              <a:t>힘의 변화를 항상 생각하면서 글을 써야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418680"/>
            <a:ext cx="9097645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7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456785"/>
            <a:ext cx="9050013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8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(5) </a:t>
            </a:r>
            <a:r>
              <a:rPr lang="ko-KR" altLang="en-US" smtClean="0"/>
              <a:t>탈출의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7305" y="1576639"/>
            <a:ext cx="11197390" cy="503237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mtClean="0"/>
              <a:t>위법 </a:t>
            </a:r>
            <a:r>
              <a:rPr lang="en-US" altLang="ko-KR" smtClean="0"/>
              <a:t>– </a:t>
            </a:r>
            <a:r>
              <a:rPr lang="ko-KR" altLang="en-US" smtClean="0"/>
              <a:t>법을 어겨야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관객이 법을 어기는 주인공을 응원해야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의심 </a:t>
            </a:r>
            <a:r>
              <a:rPr lang="en-US" altLang="ko-KR" smtClean="0"/>
              <a:t>- </a:t>
            </a:r>
            <a:r>
              <a:rPr lang="ko-KR" altLang="en-US" smtClean="0"/>
              <a:t>누가 봐도 모범적이고 선한 사람이 죄를 지어서 감옥에 가게 함</a:t>
            </a:r>
            <a:r>
              <a:rPr lang="en-US" altLang="ko-KR"/>
              <a:t> </a:t>
            </a:r>
            <a:r>
              <a:rPr lang="en-US" altLang="ko-KR" smtClean="0"/>
              <a:t>(with </a:t>
            </a:r>
            <a:r>
              <a:rPr lang="ko-KR" altLang="en-US" smtClean="0"/>
              <a:t>저런 사람이 죄를 지었다고</a:t>
            </a:r>
            <a:r>
              <a:rPr lang="en-US" altLang="ko-KR" smtClean="0"/>
              <a:t>?)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누명 </a:t>
            </a:r>
            <a:r>
              <a:rPr lang="en-US" altLang="ko-KR" smtClean="0"/>
              <a:t>– </a:t>
            </a:r>
            <a:r>
              <a:rPr lang="ko-KR" altLang="en-US" smtClean="0"/>
              <a:t>주인공이 누명을 썼다는 걸 인지시키고</a:t>
            </a:r>
            <a:endParaRPr lang="en-US" altLang="ko-KR" smtClean="0"/>
          </a:p>
          <a:p>
            <a:r>
              <a:rPr lang="ko-KR" altLang="en-US" smtClean="0"/>
              <a:t>영화가 시작하게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처절한 감옥 생활을 보여준다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신고식</a:t>
            </a:r>
            <a:r>
              <a:rPr lang="en-US" altLang="ko-KR" smtClean="0"/>
              <a:t>, </a:t>
            </a:r>
            <a:r>
              <a:rPr lang="ko-KR" altLang="en-US" smtClean="0"/>
              <a:t>동성 간 </a:t>
            </a:r>
            <a:r>
              <a:rPr lang="en-US" altLang="ko-KR" smtClean="0"/>
              <a:t>(</a:t>
            </a:r>
            <a:r>
              <a:rPr lang="ko-KR" altLang="en-US" smtClean="0"/>
              <a:t>성</a:t>
            </a:r>
            <a:r>
              <a:rPr lang="en-US" altLang="ko-KR" smtClean="0"/>
              <a:t>)</a:t>
            </a:r>
            <a:r>
              <a:rPr lang="ko-KR" altLang="en-US" smtClean="0"/>
              <a:t>폭행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이를 통해 관객이 주인공의 탈출이자</a:t>
            </a:r>
            <a:r>
              <a:rPr lang="en-US" altLang="ko-KR" smtClean="0"/>
              <a:t>, </a:t>
            </a:r>
            <a:r>
              <a:rPr lang="ko-KR" altLang="en-US" smtClean="0"/>
              <a:t>위법을 응원하는 마음을 들게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처절할 수록 응원심이 올라간다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86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쇼생크탈출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은행 부지점장이었던 주인공이 부인 살해 혐의로 쇼생크 감옥에 가게 됨</a:t>
            </a:r>
            <a:endParaRPr lang="en-US" altLang="ko-KR" smtClean="0"/>
          </a:p>
          <a:p>
            <a:r>
              <a:rPr lang="ko-KR" altLang="en-US" smtClean="0"/>
              <a:t>재소자들에게 성폭행 당하는 등 처절한 감옥 생활</a:t>
            </a:r>
            <a:endParaRPr lang="en-US" altLang="ko-KR" smtClean="0"/>
          </a:p>
          <a:p>
            <a:r>
              <a:rPr lang="ko-KR" altLang="en-US" smtClean="0"/>
              <a:t>감옥 도서관에서 일하면서 </a:t>
            </a:r>
            <a:r>
              <a:rPr lang="en-US" altLang="ko-KR" smtClean="0"/>
              <a:t>10</a:t>
            </a:r>
            <a:r>
              <a:rPr lang="ko-KR" altLang="en-US" smtClean="0"/>
              <a:t>년 동안 교도소에서 나름 잘 지내게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주인공이 누명을 쓴 것을 새로 온 재소자를 통해 알게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교도소장이 자신의 이익을 위해 그 재소자를 재판에서 증언하지 못하게 죽여버리고</a:t>
            </a:r>
            <a:endParaRPr lang="en-US" altLang="ko-KR" smtClean="0"/>
          </a:p>
          <a:p>
            <a:r>
              <a:rPr lang="ko-KR" altLang="en-US" smtClean="0"/>
              <a:t>주인공은 기회를 노리다가 탈출한다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08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쇼생크탈출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육체의 탈출과 마음의 탈출을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육체의 탈출 </a:t>
            </a:r>
            <a:r>
              <a:rPr lang="en-US" altLang="ko-KR" smtClean="0"/>
              <a:t>: </a:t>
            </a:r>
            <a:r>
              <a:rPr lang="ko-KR" altLang="en-US" smtClean="0"/>
              <a:t>주인공이 감옥에서 탈출한 것</a:t>
            </a:r>
            <a:endParaRPr lang="en-US" altLang="ko-KR" smtClean="0"/>
          </a:p>
          <a:p>
            <a:r>
              <a:rPr lang="ko-KR" altLang="en-US" smtClean="0"/>
              <a:t>시키는 것만 하고 살던 감옥 생활에서 벗어나는 것을 두려워하던 조력자</a:t>
            </a:r>
            <a:r>
              <a:rPr lang="en-US" altLang="ko-KR" smtClean="0"/>
              <a:t>.</a:t>
            </a:r>
            <a:endParaRPr lang="en-US" altLang="ko-KR" smtClean="0"/>
          </a:p>
          <a:p>
            <a:r>
              <a:rPr lang="ko-KR" altLang="en-US" smtClean="0"/>
              <a:t>마음의 탈출 </a:t>
            </a:r>
            <a:r>
              <a:rPr lang="en-US" altLang="ko-KR" smtClean="0"/>
              <a:t>: </a:t>
            </a:r>
            <a:r>
              <a:rPr lang="ko-KR" altLang="en-US" smtClean="0"/>
              <a:t>주인공의 조력자였던 동료 재소자는 </a:t>
            </a:r>
            <a:r>
              <a:rPr lang="en-US" altLang="ko-KR" smtClean="0"/>
              <a:t>40</a:t>
            </a:r>
            <a:r>
              <a:rPr lang="ko-KR" altLang="en-US" smtClean="0"/>
              <a:t>년만에 가석방 심사에서 진심으로 죄를 뉘우치고 가석방하게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00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몸과 마음의 탈출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05535"/>
            <a:ext cx="10515600" cy="4991518"/>
          </a:xfrm>
        </p:spPr>
        <p:txBody>
          <a:bodyPr>
            <a:normAutofit/>
          </a:bodyPr>
          <a:lstStyle/>
          <a:p>
            <a:r>
              <a:rPr lang="ko-KR" altLang="en-US" smtClean="0"/>
              <a:t>대부분은 몸의 탈출만을 다루는 이야기</a:t>
            </a:r>
            <a:endParaRPr lang="en-US" altLang="ko-KR" smtClean="0"/>
          </a:p>
          <a:p>
            <a:r>
              <a:rPr lang="ko-KR" altLang="en-US" smtClean="0"/>
              <a:t>마음의 탈출까지 다루는 이야기는 잘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위법</a:t>
            </a:r>
            <a:endParaRPr lang="en-US" altLang="ko-KR" smtClean="0"/>
          </a:p>
          <a:p>
            <a:r>
              <a:rPr lang="ko-KR" altLang="en-US" smtClean="0"/>
              <a:t>처절한 감옥 생활</a:t>
            </a:r>
            <a:endParaRPr lang="en-US" altLang="ko-KR" smtClean="0"/>
          </a:p>
          <a:p>
            <a:r>
              <a:rPr lang="ko-KR" altLang="en-US" smtClean="0"/>
              <a:t>탈출의 계기 후 탈출 </a:t>
            </a:r>
            <a:r>
              <a:rPr lang="en-US" altLang="ko-KR" smtClean="0"/>
              <a:t>-&gt; </a:t>
            </a:r>
            <a:r>
              <a:rPr lang="ko-KR" altLang="en-US" smtClean="0"/>
              <a:t>탈출은 </a:t>
            </a:r>
            <a:r>
              <a:rPr lang="en-US" altLang="ko-KR" smtClean="0"/>
              <a:t>1~2</a:t>
            </a:r>
            <a:r>
              <a:rPr lang="ko-KR" altLang="en-US" smtClean="0"/>
              <a:t>번의 실패 후 탈출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                      -&gt; </a:t>
            </a:r>
            <a:r>
              <a:rPr lang="ko-KR" altLang="en-US" smtClean="0"/>
              <a:t>적어도 </a:t>
            </a:r>
            <a:r>
              <a:rPr lang="en-US" altLang="ko-KR" smtClean="0"/>
              <a:t>10</a:t>
            </a:r>
            <a:r>
              <a:rPr lang="ko-KR" altLang="en-US" smtClean="0"/>
              <a:t>년 이상 준비 후 탈출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                      -&gt; </a:t>
            </a:r>
            <a:r>
              <a:rPr lang="ko-KR" altLang="en-US" smtClean="0"/>
              <a:t>탈출 과정의 모든 순간순간이 긴박하고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                          </a:t>
            </a:r>
            <a:r>
              <a:rPr lang="ko-KR" altLang="en-US" smtClean="0"/>
              <a:t>진정성있는 탈출</a:t>
            </a:r>
            <a:endParaRPr lang="en-US" altLang="ko-KR" smtClean="0"/>
          </a:p>
          <a:p>
            <a:r>
              <a:rPr lang="ko-KR" altLang="en-US" smtClean="0"/>
              <a:t>이 모든 경우는 관객이 인정하는 탈출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57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09" y="413916"/>
            <a:ext cx="9364382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9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(6) </a:t>
            </a:r>
            <a:r>
              <a:rPr lang="ko-KR" altLang="en-US" smtClean="0"/>
              <a:t>복수의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30428"/>
          </a:xfrm>
        </p:spPr>
        <p:txBody>
          <a:bodyPr>
            <a:normAutofit/>
          </a:bodyPr>
          <a:lstStyle/>
          <a:p>
            <a:r>
              <a:rPr lang="ko-KR" altLang="en-US" smtClean="0"/>
              <a:t>위법 大 </a:t>
            </a:r>
            <a:r>
              <a:rPr lang="en-US" altLang="ko-KR" smtClean="0"/>
              <a:t>=&gt; </a:t>
            </a:r>
            <a:r>
              <a:rPr lang="ko-KR" altLang="en-US" smtClean="0"/>
              <a:t>주인공이</a:t>
            </a:r>
            <a:r>
              <a:rPr lang="en-US" altLang="ko-KR" smtClean="0"/>
              <a:t> </a:t>
            </a:r>
            <a:r>
              <a:rPr lang="ko-KR" altLang="en-US" smtClean="0"/>
              <a:t>법을 어기는 정도가 상상을 초월함</a:t>
            </a:r>
            <a:endParaRPr lang="en-US" altLang="ko-KR"/>
          </a:p>
          <a:p>
            <a:r>
              <a:rPr lang="ko-KR" altLang="en-US" smtClean="0"/>
              <a:t>주인공이 저지르지 않는 범죄 </a:t>
            </a:r>
            <a:r>
              <a:rPr lang="en-US" altLang="ko-KR" smtClean="0"/>
              <a:t>2</a:t>
            </a:r>
            <a:r>
              <a:rPr lang="ko-KR" altLang="en-US" smtClean="0"/>
              <a:t>가지</a:t>
            </a:r>
            <a:endParaRPr lang="en-US" altLang="ko-KR" smtClean="0"/>
          </a:p>
          <a:p>
            <a:pPr lvl="1"/>
            <a:r>
              <a:rPr lang="ko-KR" altLang="en-US" smtClean="0"/>
              <a:t>어린아이나 노약자들은 범죄의 대상이 아니다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핏줄</a:t>
            </a:r>
            <a:r>
              <a:rPr lang="en-US" altLang="ko-KR" smtClean="0"/>
              <a:t>(</a:t>
            </a:r>
            <a:r>
              <a:rPr lang="ko-KR" altLang="en-US" smtClean="0"/>
              <a:t>부모 </a:t>
            </a:r>
            <a:r>
              <a:rPr lang="en-US" altLang="ko-KR" smtClean="0"/>
              <a:t>(</a:t>
            </a:r>
            <a:r>
              <a:rPr lang="ko-KR" altLang="en-US" smtClean="0"/>
              <a:t>혹은 형제자매</a:t>
            </a:r>
            <a:r>
              <a:rPr lang="en-US" altLang="ko-KR" smtClean="0"/>
              <a:t>)</a:t>
            </a:r>
            <a:r>
              <a:rPr lang="ko-KR" altLang="en-US" smtClean="0"/>
              <a:t>는 범죄의 대상이 아니다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위법을 저지르는 주인공을 </a:t>
            </a:r>
            <a:r>
              <a:rPr lang="en-US" altLang="ko-KR" smtClean="0"/>
              <a:t>‘</a:t>
            </a:r>
            <a:r>
              <a:rPr lang="ko-KR" altLang="en-US" smtClean="0"/>
              <a:t>관객이 응원해야 한다</a:t>
            </a:r>
            <a:r>
              <a:rPr lang="en-US" altLang="ko-KR" smtClean="0"/>
              <a:t>.’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주인공이 사기</a:t>
            </a:r>
            <a:r>
              <a:rPr lang="en-US" altLang="ko-KR" smtClean="0"/>
              <a:t>, </a:t>
            </a:r>
            <a:r>
              <a:rPr lang="ko-KR" altLang="en-US" smtClean="0"/>
              <a:t>갈취</a:t>
            </a:r>
            <a:r>
              <a:rPr lang="en-US" altLang="ko-KR" smtClean="0"/>
              <a:t>, </a:t>
            </a:r>
            <a:r>
              <a:rPr lang="ko-KR" altLang="en-US" smtClean="0"/>
              <a:t>살인 등 심각한 범죄를 저질러도 관객은 주인공을 응원하게 된다</a:t>
            </a:r>
            <a:r>
              <a:rPr lang="en-US" altLang="ko-KR" smtClean="0"/>
              <a:t>. </a:t>
            </a:r>
            <a:r>
              <a:rPr lang="ko-KR" altLang="en-US" smtClean="0"/>
              <a:t>이건 복수의 플롯이라서 가능</a:t>
            </a:r>
            <a:endParaRPr lang="en-US" altLang="ko-KR" smtClean="0"/>
          </a:p>
          <a:p>
            <a:r>
              <a:rPr lang="ko-KR" altLang="en-US" smtClean="0"/>
              <a:t>이 이야기에서는 처절한 범죄의 현장에서</a:t>
            </a:r>
            <a:r>
              <a:rPr lang="en-US" altLang="ko-KR" smtClean="0"/>
              <a:t>, </a:t>
            </a:r>
            <a:r>
              <a:rPr lang="ko-KR" altLang="en-US" smtClean="0"/>
              <a:t>처절하고 잔인하게 당하는 피해자로서의 주인공을 보여준다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주인공이 당한 만큼 복수는 더 잔혹해도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98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신의한수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착하지만 우유부단한 주인공의 복수가 얼마나 잔인할지</a:t>
            </a:r>
            <a:endParaRPr lang="en-US" altLang="ko-KR" smtClean="0"/>
          </a:p>
          <a:p>
            <a:r>
              <a:rPr lang="ko-KR" altLang="en-US" smtClean="0"/>
              <a:t>이는 범죄의 현장이 얼마나 잔혹했는 지에 달렸다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23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490127"/>
            <a:ext cx="9088118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3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413</Words>
  <Application>Microsoft Office PowerPoint</Application>
  <PresentationFormat>와이드스크린</PresentationFormat>
  <Paragraphs>73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(4) 구출의 플롯</vt:lpstr>
      <vt:lpstr>[아저씨]</vt:lpstr>
      <vt:lpstr>구출의 플롯 – 힘의 관계</vt:lpstr>
      <vt:lpstr>[테이큰]</vt:lpstr>
      <vt:lpstr>PowerPoint 프레젠테이션</vt:lpstr>
      <vt:lpstr>PowerPoint 프레젠테이션</vt:lpstr>
      <vt:lpstr>(5) 탈출의 플롯</vt:lpstr>
      <vt:lpstr>[쇼생크탈출]</vt:lpstr>
      <vt:lpstr>[쇼생크탈출]</vt:lpstr>
      <vt:lpstr>몸과 마음의 탈출</vt:lpstr>
      <vt:lpstr>PowerPoint 프레젠테이션</vt:lpstr>
      <vt:lpstr>(6) 복수의 플롯</vt:lpstr>
      <vt:lpstr>[신의한수]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(4) 구출의 플롯</dc:title>
  <dc:creator>FullName</dc:creator>
  <cp:lastModifiedBy>FullName</cp:lastModifiedBy>
  <cp:revision>10</cp:revision>
  <dcterms:created xsi:type="dcterms:W3CDTF">2026-03-23T04:57:43Z</dcterms:created>
  <dcterms:modified xsi:type="dcterms:W3CDTF">2026-03-23T06:42:42Z</dcterms:modified>
</cp:coreProperties>
</file>