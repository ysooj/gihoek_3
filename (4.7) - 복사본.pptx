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5" r:id="rId4"/>
    <p:sldId id="26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3B81"/>
    <a:srgbClr val="9A4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68A1FA-39C5-4CA5-9E7E-29C07AD713BA}" v="41" dt="2026-04-07T08:21:29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 sldOrd">
      <pc:chgData name="musukie52@gmail.com" userId="017bd91f96aa8751" providerId="LiveId" clId="{5B2C3894-F97E-4CAB-8812-5BB4D83AAC6A}" dt="2026-04-08T02:19:35.163" v="4229" actId="47"/>
      <pc:docMkLst>
        <pc:docMk/>
      </pc:docMkLst>
      <pc:sldChg chg="new del">
        <pc:chgData name="musukie52@gmail.com" userId="017bd91f96aa8751" providerId="LiveId" clId="{5B2C3894-F97E-4CAB-8812-5BB4D83AAC6A}" dt="2026-04-07T04:56:39.208" v="2" actId="47"/>
        <pc:sldMkLst>
          <pc:docMk/>
          <pc:sldMk cId="1824299058" sldId="256"/>
        </pc:sldMkLst>
      </pc:sldChg>
      <pc:sldChg chg="modSp new del mod">
        <pc:chgData name="musukie52@gmail.com" userId="017bd91f96aa8751" providerId="LiveId" clId="{5B2C3894-F97E-4CAB-8812-5BB4D83AAC6A}" dt="2026-04-08T02:19:31.383" v="4228" actId="47"/>
        <pc:sldMkLst>
          <pc:docMk/>
          <pc:sldMk cId="4069274404" sldId="257"/>
        </pc:sldMkLst>
        <pc:spChg chg="mod">
          <ac:chgData name="musukie52@gmail.com" userId="017bd91f96aa8751" providerId="LiveId" clId="{5B2C3894-F97E-4CAB-8812-5BB4D83AAC6A}" dt="2026-04-07T05:06:31.877" v="563" actId="404"/>
          <ac:spMkLst>
            <pc:docMk/>
            <pc:sldMk cId="4069274404" sldId="257"/>
            <ac:spMk id="2" creationId="{A9F0D85D-00DE-9A6E-A535-9100C28592C5}"/>
          </ac:spMkLst>
        </pc:spChg>
        <pc:spChg chg="mod">
          <ac:chgData name="musukie52@gmail.com" userId="017bd91f96aa8751" providerId="LiveId" clId="{5B2C3894-F97E-4CAB-8812-5BB4D83AAC6A}" dt="2026-04-07T05:04:24.843" v="474" actId="20577"/>
          <ac:spMkLst>
            <pc:docMk/>
            <pc:sldMk cId="4069274404" sldId="257"/>
            <ac:spMk id="3" creationId="{4340B6A8-9964-106D-4D78-BEC2A581B861}"/>
          </ac:spMkLst>
        </pc:spChg>
      </pc:sldChg>
      <pc:sldChg chg="addSp delSp modSp new del mod">
        <pc:chgData name="musukie52@gmail.com" userId="017bd91f96aa8751" providerId="LiveId" clId="{5B2C3894-F97E-4CAB-8812-5BB4D83AAC6A}" dt="2026-04-07T06:18:23.215" v="883" actId="47"/>
        <pc:sldMkLst>
          <pc:docMk/>
          <pc:sldMk cId="600397851" sldId="258"/>
        </pc:sldMkLst>
        <pc:spChg chg="mod">
          <ac:chgData name="musukie52@gmail.com" userId="017bd91f96aa8751" providerId="LiveId" clId="{5B2C3894-F97E-4CAB-8812-5BB4D83AAC6A}" dt="2026-04-07T05:21:23.790" v="776" actId="12"/>
          <ac:spMkLst>
            <pc:docMk/>
            <pc:sldMk cId="600397851" sldId="258"/>
            <ac:spMk id="3" creationId="{D0AFA3C3-66AF-CC04-EB73-221C5FCCF2EF}"/>
          </ac:spMkLst>
        </pc:spChg>
        <pc:spChg chg="add del mod">
          <ac:chgData name="musukie52@gmail.com" userId="017bd91f96aa8751" providerId="LiveId" clId="{5B2C3894-F97E-4CAB-8812-5BB4D83AAC6A}" dt="2026-04-07T06:18:21.161" v="882" actId="21"/>
          <ac:spMkLst>
            <pc:docMk/>
            <pc:sldMk cId="600397851" sldId="258"/>
            <ac:spMk id="4" creationId="{BFB097B4-C35C-70C0-44E8-08DBE50680AA}"/>
          </ac:spMkLst>
        </pc:spChg>
      </pc:sldChg>
      <pc:sldChg chg="new del">
        <pc:chgData name="musukie52@gmail.com" userId="017bd91f96aa8751" providerId="LiveId" clId="{5B2C3894-F97E-4CAB-8812-5BB4D83AAC6A}" dt="2026-04-07T06:18:12.014" v="881" actId="47"/>
        <pc:sldMkLst>
          <pc:docMk/>
          <pc:sldMk cId="1577549910" sldId="259"/>
        </pc:sldMkLst>
      </pc:sldChg>
      <pc:sldChg chg="modSp add del mod">
        <pc:chgData name="musukie52@gmail.com" userId="017bd91f96aa8751" providerId="LiveId" clId="{5B2C3894-F97E-4CAB-8812-5BB4D83AAC6A}" dt="2026-04-07T06:19:03.988" v="893" actId="47"/>
        <pc:sldMkLst>
          <pc:docMk/>
          <pc:sldMk cId="1499802734" sldId="260"/>
        </pc:sldMkLst>
        <pc:spChg chg="mod">
          <ac:chgData name="musukie52@gmail.com" userId="017bd91f96aa8751" providerId="LiveId" clId="{5B2C3894-F97E-4CAB-8812-5BB4D83AAC6A}" dt="2026-04-07T05:21:08.139" v="775" actId="27636"/>
          <ac:spMkLst>
            <pc:docMk/>
            <pc:sldMk cId="1499802734" sldId="260"/>
            <ac:spMk id="3" creationId="{812B02B3-B917-31FE-247F-8B50217F9A06}"/>
          </ac:spMkLst>
        </pc:spChg>
        <pc:spChg chg="mod">
          <ac:chgData name="musukie52@gmail.com" userId="017bd91f96aa8751" providerId="LiveId" clId="{5B2C3894-F97E-4CAB-8812-5BB4D83AAC6A}" dt="2026-04-07T05:14:48.247" v="607"/>
          <ac:spMkLst>
            <pc:docMk/>
            <pc:sldMk cId="1499802734" sldId="260"/>
            <ac:spMk id="4" creationId="{F21039A9-FE86-2089-CE9A-A9E749044870}"/>
          </ac:spMkLst>
        </pc:spChg>
      </pc:sldChg>
      <pc:sldChg chg="addSp delSp modSp new del mod">
        <pc:chgData name="musukie52@gmail.com" userId="017bd91f96aa8751" providerId="LiveId" clId="{5B2C3894-F97E-4CAB-8812-5BB4D83AAC6A}" dt="2026-04-08T02:19:31.383" v="4228" actId="47"/>
        <pc:sldMkLst>
          <pc:docMk/>
          <pc:sldMk cId="3352289676" sldId="261"/>
        </pc:sldMkLst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2" creationId="{B0965C61-702E-C05A-C83C-8565DA3A7488}"/>
          </ac:spMkLst>
        </pc:spChg>
        <pc:spChg chg="del">
          <ac:chgData name="musukie52@gmail.com" userId="017bd91f96aa8751" providerId="LiveId" clId="{5B2C3894-F97E-4CAB-8812-5BB4D83AAC6A}" dt="2026-04-07T05:21:30.822" v="778" actId="478"/>
          <ac:spMkLst>
            <pc:docMk/>
            <pc:sldMk cId="3352289676" sldId="261"/>
            <ac:spMk id="3" creationId="{7D81C256-CCF6-02BF-D38A-961FBDF98836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4" creationId="{CAADB74E-2015-DFDE-C1AF-9BD23B3BE15F}"/>
          </ac:spMkLst>
        </pc:spChg>
        <pc:spChg chg="add mod">
          <ac:chgData name="musukie52@gmail.com" userId="017bd91f96aa8751" providerId="LiveId" clId="{5B2C3894-F97E-4CAB-8812-5BB4D83AAC6A}" dt="2026-04-07T06:17:35.170" v="873" actId="1076"/>
          <ac:spMkLst>
            <pc:docMk/>
            <pc:sldMk cId="3352289676" sldId="261"/>
            <ac:spMk id="5" creationId="{F61E0317-7753-A315-9A46-9DCE2E41C00F}"/>
          </ac:spMkLst>
        </pc:spChg>
        <pc:spChg chg="add mod">
          <ac:chgData name="musukie52@gmail.com" userId="017bd91f96aa8751" providerId="LiveId" clId="{5B2C3894-F97E-4CAB-8812-5BB4D83AAC6A}" dt="2026-04-07T06:17:04.743" v="863" actId="1076"/>
          <ac:spMkLst>
            <pc:docMk/>
            <pc:sldMk cId="3352289676" sldId="261"/>
            <ac:spMk id="6" creationId="{CA87E5B1-F043-D660-8FE9-4B4109970D08}"/>
          </ac:spMkLst>
        </pc:spChg>
        <pc:spChg chg="add del mod ord">
          <ac:chgData name="musukie52@gmail.com" userId="017bd91f96aa8751" providerId="LiveId" clId="{5B2C3894-F97E-4CAB-8812-5BB4D83AAC6A}" dt="2026-04-07T06:17:35.520" v="874" actId="478"/>
          <ac:spMkLst>
            <pc:docMk/>
            <pc:sldMk cId="3352289676" sldId="261"/>
            <ac:spMk id="7" creationId="{68518FE7-555E-B523-5BAF-328D10F7BF3F}"/>
          </ac:spMkLst>
        </pc:spChg>
        <pc:spChg chg="add mod">
          <ac:chgData name="musukie52@gmail.com" userId="017bd91f96aa8751" providerId="LiveId" clId="{5B2C3894-F97E-4CAB-8812-5BB4D83AAC6A}" dt="2026-04-07T06:18:24.350" v="884"/>
          <ac:spMkLst>
            <pc:docMk/>
            <pc:sldMk cId="3352289676" sldId="261"/>
            <ac:spMk id="8" creationId="{BFB097B4-C35C-70C0-44E8-08DBE50680AA}"/>
          </ac:spMkLst>
        </pc:spChg>
      </pc:sldChg>
      <pc:sldChg chg="addSp delSp modSp add mod">
        <pc:chgData name="musukie52@gmail.com" userId="017bd91f96aa8751" providerId="LiveId" clId="{5B2C3894-F97E-4CAB-8812-5BB4D83AAC6A}" dt="2026-04-07T08:03:46.412" v="4204" actId="14100"/>
        <pc:sldMkLst>
          <pc:docMk/>
          <pc:sldMk cId="3467996113" sldId="262"/>
        </pc:sldMkLst>
        <pc:spChg chg="add mod">
          <ac:chgData name="musukie52@gmail.com" userId="017bd91f96aa8751" providerId="LiveId" clId="{5B2C3894-F97E-4CAB-8812-5BB4D83AAC6A}" dt="2026-04-07T06:18:25.480" v="885"/>
          <ac:spMkLst>
            <pc:docMk/>
            <pc:sldMk cId="3467996113" sldId="262"/>
            <ac:spMk id="2" creationId="{0BF35095-BE47-CD39-F629-CB9CE5245480}"/>
          </ac:spMkLst>
        </pc:spChg>
        <pc:spChg chg="add mod">
          <ac:chgData name="musukie52@gmail.com" userId="017bd91f96aa8751" providerId="LiveId" clId="{5B2C3894-F97E-4CAB-8812-5BB4D83AAC6A}" dt="2026-04-07T08:03:46.412" v="4204" actId="14100"/>
          <ac:spMkLst>
            <pc:docMk/>
            <pc:sldMk cId="3467996113" sldId="262"/>
            <ac:spMk id="3" creationId="{DD83226E-C3CA-58C1-CC94-87ECCABF4E4B}"/>
          </ac:spMkLst>
        </pc:spChg>
        <pc:spChg chg="del mod">
          <ac:chgData name="musukie52@gmail.com" userId="017bd91f96aa8751" providerId="LiveId" clId="{5B2C3894-F97E-4CAB-8812-5BB4D83AAC6A}" dt="2026-04-07T06:20:09.875" v="937" actId="478"/>
          <ac:spMkLst>
            <pc:docMk/>
            <pc:sldMk cId="3467996113" sldId="262"/>
            <ac:spMk id="5" creationId="{61DA8808-1A93-01EA-41A2-CF37D5ACD4C6}"/>
          </ac:spMkLst>
        </pc:spChg>
        <pc:spChg chg="mod">
          <ac:chgData name="musukie52@gmail.com" userId="017bd91f96aa8751" providerId="LiveId" clId="{5B2C3894-F97E-4CAB-8812-5BB4D83AAC6A}" dt="2026-04-07T06:17:49.773" v="879" actId="1076"/>
          <ac:spMkLst>
            <pc:docMk/>
            <pc:sldMk cId="3467996113" sldId="262"/>
            <ac:spMk id="6" creationId="{0C1BBB87-FF21-7A8D-8E80-BA7D6F1AD8CD}"/>
          </ac:spMkLst>
        </pc:spChg>
        <pc:spChg chg="del">
          <ac:chgData name="musukie52@gmail.com" userId="017bd91f96aa8751" providerId="LiveId" clId="{5B2C3894-F97E-4CAB-8812-5BB4D83AAC6A}" dt="2026-04-07T06:17:39.652" v="876" actId="478"/>
          <ac:spMkLst>
            <pc:docMk/>
            <pc:sldMk cId="3467996113" sldId="262"/>
            <ac:spMk id="7" creationId="{ED727A7F-029B-E28F-9275-D21721C7D846}"/>
          </ac:spMkLst>
        </pc:spChg>
      </pc:sldChg>
      <pc:sldChg chg="addSp delSp modSp add mod">
        <pc:chgData name="musukie52@gmail.com" userId="017bd91f96aa8751" providerId="LiveId" clId="{5B2C3894-F97E-4CAB-8812-5BB4D83AAC6A}" dt="2026-04-07T06:44:21.669" v="3654" actId="20577"/>
        <pc:sldMkLst>
          <pc:docMk/>
          <pc:sldMk cId="3335290019" sldId="263"/>
        </pc:sldMkLst>
        <pc:spChg chg="add mod">
          <ac:chgData name="musukie52@gmail.com" userId="017bd91f96aa8751" providerId="LiveId" clId="{5B2C3894-F97E-4CAB-8812-5BB4D83AAC6A}" dt="2026-04-07T06:20:21.760" v="965" actId="20577"/>
          <ac:spMkLst>
            <pc:docMk/>
            <pc:sldMk cId="3335290019" sldId="263"/>
            <ac:spMk id="2" creationId="{4AC7DA49-9A38-AD99-7543-03650BA03320}"/>
          </ac:spMkLst>
        </pc:spChg>
        <pc:spChg chg="add mod">
          <ac:chgData name="musukie52@gmail.com" userId="017bd91f96aa8751" providerId="LiveId" clId="{5B2C3894-F97E-4CAB-8812-5BB4D83AAC6A}" dt="2026-04-07T06:24:30.463" v="1461" actId="1076"/>
          <ac:spMkLst>
            <pc:docMk/>
            <pc:sldMk cId="3335290019" sldId="263"/>
            <ac:spMk id="3" creationId="{146BD8E4-844B-5D8C-2910-48B23722AA0E}"/>
          </ac:spMkLst>
        </pc:spChg>
        <pc:spChg chg="mod">
          <ac:chgData name="musukie52@gmail.com" userId="017bd91f96aa8751" providerId="LiveId" clId="{5B2C3894-F97E-4CAB-8812-5BB4D83AAC6A}" dt="2026-04-07T06:21:03.681" v="1011" actId="20577"/>
          <ac:spMkLst>
            <pc:docMk/>
            <pc:sldMk cId="3335290019" sldId="263"/>
            <ac:spMk id="4" creationId="{58871343-58B9-D2F9-825C-C584B6B1DFE4}"/>
          </ac:spMkLst>
        </pc:spChg>
        <pc:spChg chg="del mod">
          <ac:chgData name="musukie52@gmail.com" userId="017bd91f96aa8751" providerId="LiveId" clId="{5B2C3894-F97E-4CAB-8812-5BB4D83AAC6A}" dt="2026-04-07T06:20:15.625" v="938" actId="478"/>
          <ac:spMkLst>
            <pc:docMk/>
            <pc:sldMk cId="3335290019" sldId="263"/>
            <ac:spMk id="5" creationId="{E3D95142-4FF2-EE2D-CAEF-6EA19059DAB5}"/>
          </ac:spMkLst>
        </pc:spChg>
        <pc:spChg chg="mod">
          <ac:chgData name="musukie52@gmail.com" userId="017bd91f96aa8751" providerId="LiveId" clId="{5B2C3894-F97E-4CAB-8812-5BB4D83AAC6A}" dt="2026-04-07T06:41:29.102" v="3559" actId="20577"/>
          <ac:spMkLst>
            <pc:docMk/>
            <pc:sldMk cId="3335290019" sldId="263"/>
            <ac:spMk id="6" creationId="{B77B17CA-DC33-64FC-1081-E8D891CA3391}"/>
          </ac:spMkLst>
        </pc:spChg>
        <pc:spChg chg="add mod">
          <ac:chgData name="musukie52@gmail.com" userId="017bd91f96aa8751" providerId="LiveId" clId="{5B2C3894-F97E-4CAB-8812-5BB4D83AAC6A}" dt="2026-04-07T06:42:03.416" v="3580" actId="20577"/>
          <ac:spMkLst>
            <pc:docMk/>
            <pc:sldMk cId="3335290019" sldId="263"/>
            <ac:spMk id="7" creationId="{4B219FE4-94BE-ECD6-095E-5A9B538DE8F2}"/>
          </ac:spMkLst>
        </pc:spChg>
        <pc:spChg chg="add mod">
          <ac:chgData name="musukie52@gmail.com" userId="017bd91f96aa8751" providerId="LiveId" clId="{5B2C3894-F97E-4CAB-8812-5BB4D83AAC6A}" dt="2026-04-07T06:26:46.668" v="1490" actId="20577"/>
          <ac:spMkLst>
            <pc:docMk/>
            <pc:sldMk cId="3335290019" sldId="263"/>
            <ac:spMk id="8" creationId="{694E7E32-BBA8-D6F1-F9C5-C98C871F8827}"/>
          </ac:spMkLst>
        </pc:spChg>
        <pc:spChg chg="add mod">
          <ac:chgData name="musukie52@gmail.com" userId="017bd91f96aa8751" providerId="LiveId" clId="{5B2C3894-F97E-4CAB-8812-5BB4D83AAC6A}" dt="2026-04-07T06:43:08.573" v="3633" actId="20577"/>
          <ac:spMkLst>
            <pc:docMk/>
            <pc:sldMk cId="3335290019" sldId="263"/>
            <ac:spMk id="9" creationId="{65FB9DF3-10D5-FAE8-0CC5-C1B48F900F64}"/>
          </ac:spMkLst>
        </pc:spChg>
        <pc:spChg chg="add mod">
          <ac:chgData name="musukie52@gmail.com" userId="017bd91f96aa8751" providerId="LiveId" clId="{5B2C3894-F97E-4CAB-8812-5BB4D83AAC6A}" dt="2026-04-07T06:27:55.416" v="1677" actId="20577"/>
          <ac:spMkLst>
            <pc:docMk/>
            <pc:sldMk cId="3335290019" sldId="263"/>
            <ac:spMk id="10" creationId="{F8630DB8-C7FC-3434-F094-B1DB54A37D7F}"/>
          </ac:spMkLst>
        </pc:spChg>
        <pc:spChg chg="add mod">
          <ac:chgData name="musukie52@gmail.com" userId="017bd91f96aa8751" providerId="LiveId" clId="{5B2C3894-F97E-4CAB-8812-5BB4D83AAC6A}" dt="2026-04-07T06:43:39.089" v="3634" actId="20577"/>
          <ac:spMkLst>
            <pc:docMk/>
            <pc:sldMk cId="3335290019" sldId="263"/>
            <ac:spMk id="11" creationId="{239F6B74-06E5-81DE-4DAA-305FE7FD33A5}"/>
          </ac:spMkLst>
        </pc:spChg>
        <pc:spChg chg="add mod">
          <ac:chgData name="musukie52@gmail.com" userId="017bd91f96aa8751" providerId="LiveId" clId="{5B2C3894-F97E-4CAB-8812-5BB4D83AAC6A}" dt="2026-04-07T06:28:52.042" v="1855" actId="20577"/>
          <ac:spMkLst>
            <pc:docMk/>
            <pc:sldMk cId="3335290019" sldId="263"/>
            <ac:spMk id="12" creationId="{B13C7926-D660-0EA9-2C6D-BE35A15D03B5}"/>
          </ac:spMkLst>
        </pc:spChg>
        <pc:spChg chg="add mod">
          <ac:chgData name="musukie52@gmail.com" userId="017bd91f96aa8751" providerId="LiveId" clId="{5B2C3894-F97E-4CAB-8812-5BB4D83AAC6A}" dt="2026-04-07T06:44:21.669" v="3654" actId="20577"/>
          <ac:spMkLst>
            <pc:docMk/>
            <pc:sldMk cId="3335290019" sldId="263"/>
            <ac:spMk id="13" creationId="{30125C0F-36AB-3BF9-3857-10FC2747BBE3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4" creationId="{7CD756C7-0065-E74C-F9D3-EF1F84C87195}"/>
          </ac:spMkLst>
        </pc:spChg>
        <pc:spChg chg="add mod">
          <ac:chgData name="musukie52@gmail.com" userId="017bd91f96aa8751" providerId="LiveId" clId="{5B2C3894-F97E-4CAB-8812-5BB4D83AAC6A}" dt="2026-04-07T06:24:27.869" v="1459"/>
          <ac:spMkLst>
            <pc:docMk/>
            <pc:sldMk cId="3335290019" sldId="263"/>
            <ac:spMk id="15" creationId="{104D6E29-FFF7-5B91-9F5F-35A467D1CE24}"/>
          </ac:spMkLst>
        </pc:spChg>
        <pc:spChg chg="add mod">
          <ac:chgData name="musukie52@gmail.com" userId="017bd91f96aa8751" providerId="LiveId" clId="{5B2C3894-F97E-4CAB-8812-5BB4D83AAC6A}" dt="2026-04-07T06:29:50.801" v="2034" actId="20577"/>
          <ac:spMkLst>
            <pc:docMk/>
            <pc:sldMk cId="3335290019" sldId="263"/>
            <ac:spMk id="16" creationId="{7DC96106-06FF-2B9A-2C80-E10A40D6A042}"/>
          </ac:spMkLst>
        </pc:spChg>
        <pc:spChg chg="add mod">
          <ac:chgData name="musukie52@gmail.com" userId="017bd91f96aa8751" providerId="LiveId" clId="{5B2C3894-F97E-4CAB-8812-5BB4D83AAC6A}" dt="2026-04-07T06:44:20.337" v="3653" actId="20577"/>
          <ac:spMkLst>
            <pc:docMk/>
            <pc:sldMk cId="3335290019" sldId="263"/>
            <ac:spMk id="17" creationId="{89346F67-218E-BFAB-586B-4363355922BC}"/>
          </ac:spMkLst>
        </pc:spChg>
      </pc:sldChg>
      <pc:sldChg chg="addSp delSp modSp new del mod ord">
        <pc:chgData name="musukie52@gmail.com" userId="017bd91f96aa8751" providerId="LiveId" clId="{5B2C3894-F97E-4CAB-8812-5BB4D83AAC6A}" dt="2026-04-08T02:19:35.163" v="4229" actId="47"/>
        <pc:sldMkLst>
          <pc:docMk/>
          <pc:sldMk cId="784013904" sldId="264"/>
        </pc:sldMkLst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2" creationId="{BEB4EB06-ED6C-D1E6-C0C6-6492284AE9F4}"/>
          </ac:spMkLst>
        </pc:spChg>
        <pc:spChg chg="del">
          <ac:chgData name="musukie52@gmail.com" userId="017bd91f96aa8751" providerId="LiveId" clId="{5B2C3894-F97E-4CAB-8812-5BB4D83AAC6A}" dt="2026-04-07T06:18:41.180" v="888" actId="478"/>
          <ac:spMkLst>
            <pc:docMk/>
            <pc:sldMk cId="784013904" sldId="264"/>
            <ac:spMk id="3" creationId="{7F004E3A-DA08-1D40-653E-CBA57F057370}"/>
          </ac:spMkLst>
        </pc:spChg>
        <pc:spChg chg="add mod">
          <ac:chgData name="musukie52@gmail.com" userId="017bd91f96aa8751" providerId="LiveId" clId="{5B2C3894-F97E-4CAB-8812-5BB4D83AAC6A}" dt="2026-04-07T06:18:33.956" v="887"/>
          <ac:spMkLst>
            <pc:docMk/>
            <pc:sldMk cId="784013904" sldId="264"/>
            <ac:spMk id="4" creationId="{2C59E438-06EB-B20B-130D-85B97904DCB1}"/>
          </ac:spMkLst>
        </pc:spChg>
        <pc:spChg chg="add mod">
          <ac:chgData name="musukie52@gmail.com" userId="017bd91f96aa8751" providerId="LiveId" clId="{5B2C3894-F97E-4CAB-8812-5BB4D83AAC6A}" dt="2026-04-07T06:18:41.469" v="889"/>
          <ac:spMkLst>
            <pc:docMk/>
            <pc:sldMk cId="784013904" sldId="264"/>
            <ac:spMk id="5" creationId="{E1B6CE70-439D-E6CE-3C7B-A12211E6A532}"/>
          </ac:spMkLst>
        </pc:spChg>
        <pc:spChg chg="add del mod">
          <ac:chgData name="musukie52@gmail.com" userId="017bd91f96aa8751" providerId="LiveId" clId="{5B2C3894-F97E-4CAB-8812-5BB4D83AAC6A}" dt="2026-04-07T06:20:02.968" v="934" actId="478"/>
          <ac:spMkLst>
            <pc:docMk/>
            <pc:sldMk cId="784013904" sldId="264"/>
            <ac:spMk id="6" creationId="{67A91678-B678-0A59-8FD3-AEEBF6959284}"/>
          </ac:spMkLst>
        </pc:spChg>
        <pc:spChg chg="add mod">
          <ac:chgData name="musukie52@gmail.com" userId="017bd91f96aa8751" providerId="LiveId" clId="{5B2C3894-F97E-4CAB-8812-5BB4D83AAC6A}" dt="2026-04-07T06:18:55.640" v="892" actId="2710"/>
          <ac:spMkLst>
            <pc:docMk/>
            <pc:sldMk cId="784013904" sldId="264"/>
            <ac:spMk id="7" creationId="{066780F0-DF5C-E9E7-D48A-F10C0DEE3839}"/>
          </ac:spMkLst>
        </pc:spChg>
        <pc:spChg chg="add del mod">
          <ac:chgData name="musukie52@gmail.com" userId="017bd91f96aa8751" providerId="LiveId" clId="{5B2C3894-F97E-4CAB-8812-5BB4D83AAC6A}" dt="2026-04-07T06:20:05.014" v="935" actId="478"/>
          <ac:spMkLst>
            <pc:docMk/>
            <pc:sldMk cId="784013904" sldId="264"/>
            <ac:spMk id="8" creationId="{654B2C5B-0064-3E01-48DD-A70B8124E3AC}"/>
          </ac:spMkLst>
        </pc:spChg>
      </pc:sldChg>
      <pc:sldChg chg="addSp delSp modSp add mod">
        <pc:chgData name="musukie52@gmail.com" userId="017bd91f96aa8751" providerId="LiveId" clId="{5B2C3894-F97E-4CAB-8812-5BB4D83AAC6A}" dt="2026-04-07T06:49:20.582" v="4000" actId="1076"/>
        <pc:sldMkLst>
          <pc:docMk/>
          <pc:sldMk cId="1958167432" sldId="265"/>
        </pc:sldMkLst>
        <pc:spChg chg="mod">
          <ac:chgData name="musukie52@gmail.com" userId="017bd91f96aa8751" providerId="LiveId" clId="{5B2C3894-F97E-4CAB-8812-5BB4D83AAC6A}" dt="2026-04-07T06:30:37.167" v="2188" actId="20577"/>
          <ac:spMkLst>
            <pc:docMk/>
            <pc:sldMk cId="1958167432" sldId="265"/>
            <ac:spMk id="2" creationId="{2C8F8A44-4E19-0835-A954-84D17E9C8055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3" creationId="{4FFFA229-F9D5-2722-9CBD-A62AC2DDA7D6}"/>
          </ac:spMkLst>
        </pc:spChg>
        <pc:spChg chg="mod">
          <ac:chgData name="musukie52@gmail.com" userId="017bd91f96aa8751" providerId="LiveId" clId="{5B2C3894-F97E-4CAB-8812-5BB4D83AAC6A}" dt="2026-04-07T06:30:41.185" v="2201" actId="20577"/>
          <ac:spMkLst>
            <pc:docMk/>
            <pc:sldMk cId="1958167432" sldId="265"/>
            <ac:spMk id="4" creationId="{CEB45F61-20FE-6203-B46B-17C565B55CA2}"/>
          </ac:spMkLst>
        </pc:spChg>
        <pc:spChg chg="add mod">
          <ac:chgData name="musukie52@gmail.com" userId="017bd91f96aa8751" providerId="LiveId" clId="{5B2C3894-F97E-4CAB-8812-5BB4D83AAC6A}" dt="2026-04-07T06:45:43.943" v="3690"/>
          <ac:spMkLst>
            <pc:docMk/>
            <pc:sldMk cId="1958167432" sldId="265"/>
            <ac:spMk id="5" creationId="{EBE3E813-44F8-4300-33B4-07C02406AD86}"/>
          </ac:spMkLst>
        </pc:spChg>
        <pc:spChg chg="mod">
          <ac:chgData name="musukie52@gmail.com" userId="017bd91f96aa8751" providerId="LiveId" clId="{5B2C3894-F97E-4CAB-8812-5BB4D83AAC6A}" dt="2026-04-07T06:45:05.619" v="3680" actId="20577"/>
          <ac:spMkLst>
            <pc:docMk/>
            <pc:sldMk cId="1958167432" sldId="265"/>
            <ac:spMk id="6" creationId="{9EEC6482-D877-21DA-938F-520C12AC4E3E}"/>
          </ac:spMkLst>
        </pc:spChg>
        <pc:spChg chg="add del">
          <ac:chgData name="musukie52@gmail.com" userId="017bd91f96aa8751" providerId="LiveId" clId="{5B2C3894-F97E-4CAB-8812-5BB4D83AAC6A}" dt="2026-04-07T06:46:17.564" v="3701" actId="478"/>
          <ac:spMkLst>
            <pc:docMk/>
            <pc:sldMk cId="1958167432" sldId="265"/>
            <ac:spMk id="7" creationId="{04DA348A-7EE3-4504-D39D-62DF2A273E0E}"/>
          </ac:spMkLst>
        </pc:spChg>
        <pc:spChg chg="add del mod">
          <ac:chgData name="musukie52@gmail.com" userId="017bd91f96aa8751" providerId="LiveId" clId="{5B2C3894-F97E-4CAB-8812-5BB4D83AAC6A}" dt="2026-04-07T06:46:13.441" v="3700" actId="1076"/>
          <ac:spMkLst>
            <pc:docMk/>
            <pc:sldMk cId="1958167432" sldId="265"/>
            <ac:spMk id="8" creationId="{EBE3E813-44F8-4300-33B4-07C02406AD86}"/>
          </ac:spMkLst>
        </pc:spChg>
        <pc:spChg chg="add del mod">
          <ac:chgData name="musukie52@gmail.com" userId="017bd91f96aa8751" providerId="LiveId" clId="{5B2C3894-F97E-4CAB-8812-5BB4D83AAC6A}" dt="2026-04-07T06:46:51.986" v="3754" actId="20577"/>
          <ac:spMkLst>
            <pc:docMk/>
            <pc:sldMk cId="1958167432" sldId="265"/>
            <ac:spMk id="9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2:37.458" v="2587" actId="478"/>
          <ac:spMkLst>
            <pc:docMk/>
            <pc:sldMk cId="1958167432" sldId="265"/>
            <ac:spMk id="10" creationId="{5AC41480-29C0-D455-D69E-08857472FEEC}"/>
          </ac:spMkLst>
        </pc:spChg>
        <pc:spChg chg="mod">
          <ac:chgData name="musukie52@gmail.com" userId="017bd91f96aa8751" providerId="LiveId" clId="{5B2C3894-F97E-4CAB-8812-5BB4D83AAC6A}" dt="2026-04-07T06:49:20.582" v="4000" actId="1076"/>
          <ac:spMkLst>
            <pc:docMk/>
            <pc:sldMk cId="1958167432" sldId="265"/>
            <ac:spMk id="11" creationId="{49515B72-4FEF-9470-FF61-14A865472CB3}"/>
          </ac:spMkLst>
        </pc:spChg>
        <pc:spChg chg="del">
          <ac:chgData name="musukie52@gmail.com" userId="017bd91f96aa8751" providerId="LiveId" clId="{5B2C3894-F97E-4CAB-8812-5BB4D83AAC6A}" dt="2026-04-07T06:33:37.093" v="2793" actId="478"/>
          <ac:spMkLst>
            <pc:docMk/>
            <pc:sldMk cId="1958167432" sldId="265"/>
            <ac:spMk id="12" creationId="{B198586D-1781-8FDD-FAF6-27EB5A4AFD58}"/>
          </ac:spMkLst>
        </pc:spChg>
        <pc:spChg chg="mod">
          <ac:chgData name="musukie52@gmail.com" userId="017bd91f96aa8751" providerId="LiveId" clId="{5B2C3894-F97E-4CAB-8812-5BB4D83AAC6A}" dt="2026-04-07T06:48:55.105" v="3999" actId="20577"/>
          <ac:spMkLst>
            <pc:docMk/>
            <pc:sldMk cId="1958167432" sldId="265"/>
            <ac:spMk id="13" creationId="{6722BE7C-D321-EE07-873B-881A054240B2}"/>
          </ac:spMkLst>
        </pc:spChg>
        <pc:spChg chg="add mod">
          <ac:chgData name="musukie52@gmail.com" userId="017bd91f96aa8751" providerId="LiveId" clId="{5B2C3894-F97E-4CAB-8812-5BB4D83AAC6A}" dt="2026-04-07T06:45:54.339" v="3694"/>
          <ac:spMkLst>
            <pc:docMk/>
            <pc:sldMk cId="1958167432" sldId="265"/>
            <ac:spMk id="14" creationId="{A4CB4E8B-9655-CD1A-32C8-AF8DD858C072}"/>
          </ac:spMkLst>
        </pc:spChg>
        <pc:spChg chg="del">
          <ac:chgData name="musukie52@gmail.com" userId="017bd91f96aa8751" providerId="LiveId" clId="{5B2C3894-F97E-4CAB-8812-5BB4D83AAC6A}" dt="2026-04-07T06:33:41.799" v="2795" actId="478"/>
          <ac:spMkLst>
            <pc:docMk/>
            <pc:sldMk cId="1958167432" sldId="265"/>
            <ac:spMk id="16" creationId="{DA3984B6-3EAF-862D-371D-0ACB83A4202E}"/>
          </ac:spMkLst>
        </pc:spChg>
        <pc:spChg chg="del mod">
          <ac:chgData name="musukie52@gmail.com" userId="017bd91f96aa8751" providerId="LiveId" clId="{5B2C3894-F97E-4CAB-8812-5BB4D83AAC6A}" dt="2026-04-07T06:37:50.632" v="3362" actId="478"/>
          <ac:spMkLst>
            <pc:docMk/>
            <pc:sldMk cId="1958167432" sldId="265"/>
            <ac:spMk id="17" creationId="{B12AD9B4-A51F-4E69-6123-E17B58C55436}"/>
          </ac:spMkLst>
        </pc:spChg>
      </pc:sldChg>
      <pc:sldChg chg="new del">
        <pc:chgData name="musukie52@gmail.com" userId="017bd91f96aa8751" providerId="LiveId" clId="{5B2C3894-F97E-4CAB-8812-5BB4D83AAC6A}" dt="2026-04-07T06:30:26.398" v="2179" actId="47"/>
        <pc:sldMkLst>
          <pc:docMk/>
          <pc:sldMk cId="4162280882" sldId="265"/>
        </pc:sldMkLst>
      </pc:sldChg>
      <pc:sldChg chg="addSp delSp modSp new mod">
        <pc:chgData name="musukie52@gmail.com" userId="017bd91f96aa8751" providerId="LiveId" clId="{5B2C3894-F97E-4CAB-8812-5BB4D83AAC6A}" dt="2026-04-07T08:21:37.359" v="4227" actId="20577"/>
        <pc:sldMkLst>
          <pc:docMk/>
          <pc:sldMk cId="3530151398" sldId="266"/>
        </pc:sldMkLst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2" creationId="{A637057E-9738-FFF0-8954-314DDDAB90CD}"/>
          </ac:spMkLst>
        </pc:spChg>
        <pc:spChg chg="del">
          <ac:chgData name="musukie52@gmail.com" userId="017bd91f96aa8751" providerId="LiveId" clId="{5B2C3894-F97E-4CAB-8812-5BB4D83AAC6A}" dt="2026-04-07T06:50:15.360" v="4004" actId="478"/>
          <ac:spMkLst>
            <pc:docMk/>
            <pc:sldMk cId="3530151398" sldId="266"/>
            <ac:spMk id="3" creationId="{C3441CCA-7901-DDC7-82CD-56010CFA58A2}"/>
          </ac:spMkLst>
        </pc:spChg>
        <pc:spChg chg="add mod">
          <ac:chgData name="musukie52@gmail.com" userId="017bd91f96aa8751" providerId="LiveId" clId="{5B2C3894-F97E-4CAB-8812-5BB4D83AAC6A}" dt="2026-04-07T06:50:24.492" v="4040" actId="20577"/>
          <ac:spMkLst>
            <pc:docMk/>
            <pc:sldMk cId="3530151398" sldId="266"/>
            <ac:spMk id="4" creationId="{E3C49264-198A-B524-7B14-3C9562D61B41}"/>
          </ac:spMkLst>
        </pc:spChg>
        <pc:spChg chg="add mod">
          <ac:chgData name="musukie52@gmail.com" userId="017bd91f96aa8751" providerId="LiveId" clId="{5B2C3894-F97E-4CAB-8812-5BB4D83AAC6A}" dt="2026-04-07T08:21:37.359" v="4227" actId="20577"/>
          <ac:spMkLst>
            <pc:docMk/>
            <pc:sldMk cId="3530151398" sldId="266"/>
            <ac:spMk id="5" creationId="{10BFF803-E6D2-79E1-F9E3-4E1E6803B0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5244F8-1378-D3FE-1D5E-9318D8920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F304CE-AD12-820D-9D7C-E691BEF89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74EF0-8561-C04D-D616-4079AB518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234208-AE92-789A-5F1A-F266113F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28D8D-2AF8-FBE3-2F10-146CB934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55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8FFAE-F89C-DBEC-690F-C1BDF27C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8CC3C-A829-B6DA-DB4A-DD8B7E5AE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5B79F-D30E-9E45-83C5-3C82904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54D37-ABEA-82BF-863D-0FE6546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CF5ED-D8D3-1F4E-ACAB-298A74FC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28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A59C2-3C6D-F045-A0A6-70850F01E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DEC2A1-1891-9A9E-DD31-05A1E86A6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36E1DE-8022-989C-9679-346D4819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22BDF1-DBB4-C610-DC56-76531B54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0E891-6BE1-052B-4A86-2B1F566C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B238B-44AF-5DBA-35A6-9A39D9BF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1B1C5-C59A-80CF-00C4-79D7C78C4E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23EB1-8112-5C61-91C4-8B83BC13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B59F2-C932-E5A3-EE50-EBF5E965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75CB4-50BD-8FC1-9AC7-F7DAB4F6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195F6-6F71-7F8E-06C3-C367A7F9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92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7C89D-77F6-AA12-050B-F4E0B5B9B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E7486-4FA2-8935-B634-28C266F89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1770D4-9366-CE45-1800-B499885BC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DC6BD9-95B6-5150-F5B2-F90608CDB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52B9C3-9888-121A-9F65-36EE511F6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9CF271-CB3D-DDC2-E2C0-9911D91B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8019EF-62C9-13E3-A3F4-EF59C2DE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5B72F1-11A1-2ACF-05A3-9AF21F9C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127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D5984-0E4C-900A-D872-9E98B08A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4389AD-F69C-3F36-C248-943E3EA3E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BC7873-E423-02FD-3417-6BCB7120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AC17B6-0458-071E-B95F-8C3499E6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009C64-80B0-3A8F-8947-2126ADEC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4F67E8-D77C-27AA-86B3-1146068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78DEB-7B66-8C38-3B39-ECB9AAD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879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A8731-8181-0B7F-67A6-C0040E397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A14DF-AD37-CFB4-029A-92BF2DE4C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24DDCC-2012-F009-80B9-27B0FB228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E537AD-AFE0-3E1D-8B42-A0FC6E3CE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F4148C-2FCF-B464-703D-A7F5BC9D4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EE6EF-75C3-E60C-79A8-2F3E5082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76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BF58E-1B4C-F362-132F-5ACD44FE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2DDD4-D653-B9D9-353A-6F41038EE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A9EDC9-2A9A-B6BE-FE80-617A0645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CEE6CD-C812-9D0D-0A40-E77D43DE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94C07E-04E5-85CC-9F49-BD9F2A3B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603351-421F-FA05-DB50-C4C583E6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0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D7196-3B13-48F2-E6AA-E665217F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A779A1-58FB-586D-A66F-F685EB4CE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0F5093-BDF6-4A43-C58A-0E51103D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A65E8-7828-4B24-6AFD-9F63723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97CB96-4CDA-176E-3451-D5A4EA07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8962AF-A7DB-C172-2812-E7EF1B6C1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F3B366-287B-5C47-0A95-35078B9E2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78B54-7816-1898-524B-0012B4B0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A8B57F-1F09-F183-00C3-9C7F00E45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DA3BC-8603-3207-427D-34DB25A9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6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5CF226-B35C-12DB-E444-0C4B7CCB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F8D96D-76D1-BB75-C9F0-DB518BB41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5C5D32-ACDC-FC47-07F0-7C6E68ACD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660F-E65D-4AAF-BFBC-88E28FA5989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B8391-898F-2B75-1E91-3478111B3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043CFC-E463-6BBC-260D-F219A7795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112-2E52-44DD-AA44-4E54DEEE9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3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2424-EA02-8EEF-FAD5-3AB6919C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B03D72-AC30-B811-B55F-A05913C308B9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넌 착해 </a:t>
            </a:r>
            <a:r>
              <a:rPr lang="en-US" altLang="ko-KR" sz="1500" b="1" dirty="0"/>
              <a:t>!&gt;</a:t>
            </a:r>
            <a:endParaRPr lang="ko-KR" altLang="en-US"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BBB87-FF21-7A8D-8E80-BA7D6F1AD8CD}"/>
              </a:ext>
            </a:extLst>
          </p:cNvPr>
          <p:cNvSpPr txBox="1"/>
          <p:nvPr/>
        </p:nvSpPr>
        <p:spPr>
          <a:xfrm>
            <a:off x="762973" y="2042625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100" dirty="0"/>
              <a:t>끝없는 선의를 지닌 소녀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차한해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내어줄수록</a:t>
            </a:r>
            <a:r>
              <a:rPr lang="en-US" altLang="ko-KR" sz="1100" dirty="0"/>
              <a:t>, </a:t>
            </a:r>
            <a:r>
              <a:rPr lang="ko-KR" altLang="en-US" sz="1100" dirty="0"/>
              <a:t>다른 끝을 마주한다</a:t>
            </a:r>
            <a:r>
              <a:rPr lang="en-US" altLang="ko-KR" sz="11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100" dirty="0"/>
              <a:t>그 끝은 누구의 선택일까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35095-BE47-CD39-F629-CB9CE5245480}"/>
              </a:ext>
            </a:extLst>
          </p:cNvPr>
          <p:cNvSpPr txBox="1"/>
          <p:nvPr/>
        </p:nvSpPr>
        <p:spPr>
          <a:xfrm>
            <a:off x="79829" y="-674914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짧은 시놉시스 버전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3226E-C3CA-58C1-CC94-87ECCABF4E4B}"/>
              </a:ext>
            </a:extLst>
          </p:cNvPr>
          <p:cNvSpPr txBox="1"/>
          <p:nvPr/>
        </p:nvSpPr>
        <p:spPr>
          <a:xfrm>
            <a:off x="762972" y="645383"/>
            <a:ext cx="8682111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시놉시스 </a:t>
            </a:r>
            <a:r>
              <a:rPr lang="en-US" altLang="ko-KR" sz="2300" b="1" dirty="0"/>
              <a:t>– “</a:t>
            </a:r>
            <a:r>
              <a:rPr lang="ko-KR" altLang="en-US" sz="2300" b="1" dirty="0"/>
              <a:t>모두를 구하기 위해</a:t>
            </a:r>
            <a:r>
              <a:rPr lang="en-US" altLang="ko-KR" sz="2300" b="1" dirty="0"/>
              <a:t>, </a:t>
            </a:r>
            <a:r>
              <a:rPr lang="ko-KR" altLang="en-US" sz="2300" b="1" dirty="0"/>
              <a:t>한 사람마나 소모되는 세계</a:t>
            </a:r>
            <a:r>
              <a:rPr lang="en-US" altLang="ko-KR" sz="2300" b="1" dirty="0"/>
              <a:t>”</a:t>
            </a:r>
            <a:endParaRPr lang="ko-KR" alt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3467996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F1DF-3E70-1526-9E24-5D4EF908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871343-58B9-D2F9-825C-C584B6B1DFE4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차한해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주인공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B17CA-DC33-64FC-1081-E8D891CA3391}"/>
              </a:ext>
            </a:extLst>
          </p:cNvPr>
          <p:cNvSpPr txBox="1"/>
          <p:nvPr/>
        </p:nvSpPr>
        <p:spPr>
          <a:xfrm>
            <a:off x="762973" y="2042625"/>
            <a:ext cx="3185705" cy="107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유일한 해결 수단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무한에 가까운 선의</a:t>
            </a:r>
            <a:br>
              <a:rPr lang="en-US" altLang="ko-KR" sz="1100" dirty="0"/>
            </a:br>
            <a:r>
              <a:rPr lang="en-US" altLang="ko-KR" sz="1100" dirty="0"/>
              <a:t>        </a:t>
            </a:r>
            <a:r>
              <a:rPr lang="ko-KR" altLang="en-US" sz="1100" dirty="0"/>
              <a:t>선의를 소모해 괴물 제거</a:t>
            </a:r>
            <a:br>
              <a:rPr lang="en-US" altLang="ko-KR" sz="1100" dirty="0"/>
            </a:br>
            <a:r>
              <a:rPr lang="ko-KR" altLang="en-US" sz="1100" dirty="0"/>
              <a:t>구조 </a:t>
            </a:r>
            <a:r>
              <a:rPr lang="en-US" altLang="ko-KR" sz="1100" dirty="0"/>
              <a:t>: </a:t>
            </a:r>
            <a:r>
              <a:rPr lang="ko-KR" altLang="en-US" sz="1100" dirty="0"/>
              <a:t>선택이 아닌 강요된 희생</a:t>
            </a:r>
            <a:endParaRPr lang="en-US" altLang="ko-KR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7DA49-9A38-AD99-7543-03650BA03320}"/>
              </a:ext>
            </a:extLst>
          </p:cNvPr>
          <p:cNvSpPr txBox="1"/>
          <p:nvPr/>
        </p:nvSpPr>
        <p:spPr>
          <a:xfrm>
            <a:off x="762973" y="645383"/>
            <a:ext cx="29173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등장 인물 컨셉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BD8E4-844B-5D8C-2910-48B23722AA0E}"/>
              </a:ext>
            </a:extLst>
          </p:cNvPr>
          <p:cNvSpPr txBox="1"/>
          <p:nvPr/>
        </p:nvSpPr>
        <p:spPr>
          <a:xfrm>
            <a:off x="762973" y="4150770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시민들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19FE4-94BE-ECD6-095E-5A9B538DE8F2}"/>
              </a:ext>
            </a:extLst>
          </p:cNvPr>
          <p:cNvSpPr txBox="1"/>
          <p:nvPr/>
        </p:nvSpPr>
        <p:spPr>
          <a:xfrm>
            <a:off x="762973" y="4589733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요청 → 의존 → 압박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악인보다는 평범한 인간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구조 </a:t>
            </a:r>
            <a:r>
              <a:rPr lang="en-US" altLang="ko-KR" sz="1100" dirty="0"/>
              <a:t>: </a:t>
            </a:r>
            <a:r>
              <a:rPr lang="ko-KR" altLang="en-US" sz="1100" dirty="0"/>
              <a:t>책임 전가</a:t>
            </a:r>
            <a:endParaRPr lang="en-US" altLang="ko-KR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E7E32-BBA8-D6F1-F9C5-C98C871F8827}"/>
              </a:ext>
            </a:extLst>
          </p:cNvPr>
          <p:cNvSpPr txBox="1"/>
          <p:nvPr/>
        </p:nvSpPr>
        <p:spPr>
          <a:xfrm>
            <a:off x="4720949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서주안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친구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B9DF3-10D5-FAE8-0CC5-C1B48F900F64}"/>
              </a:ext>
            </a:extLst>
          </p:cNvPr>
          <p:cNvSpPr txBox="1"/>
          <p:nvPr/>
        </p:nvSpPr>
        <p:spPr>
          <a:xfrm>
            <a:off x="4720949" y="2042625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유일한 </a:t>
            </a:r>
            <a:r>
              <a:rPr lang="ko-KR" altLang="en-US" sz="1100" dirty="0" err="1"/>
              <a:t>공감자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구조의 문제를 인식</a:t>
            </a:r>
            <a:br>
              <a:rPr lang="en-US" altLang="ko-KR" sz="1100" dirty="0"/>
            </a:br>
            <a:r>
              <a:rPr lang="en-US" altLang="ko-KR" sz="1100" dirty="0"/>
              <a:t>         ‘</a:t>
            </a:r>
            <a:r>
              <a:rPr lang="ko-KR" altLang="en-US" sz="1100" dirty="0"/>
              <a:t>그만둘 수 있음</a:t>
            </a:r>
            <a:r>
              <a:rPr lang="en-US" altLang="ko-KR" sz="1100" dirty="0"/>
              <a:t>’</a:t>
            </a:r>
            <a:r>
              <a:rPr lang="ko-KR" altLang="en-US" sz="1100" dirty="0"/>
              <a:t>을 제시</a:t>
            </a:r>
            <a:endParaRPr lang="en-US" altLang="ko-K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30DB8-C7FC-3434-F094-B1DB54A37D7F}"/>
              </a:ext>
            </a:extLst>
          </p:cNvPr>
          <p:cNvSpPr txBox="1"/>
          <p:nvPr/>
        </p:nvSpPr>
        <p:spPr>
          <a:xfrm>
            <a:off x="4720949" y="4150770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정치 권력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정부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9F6B74-06E5-81DE-4DAA-305FE7FD33A5}"/>
              </a:ext>
            </a:extLst>
          </p:cNvPr>
          <p:cNvSpPr txBox="1"/>
          <p:nvPr/>
        </p:nvSpPr>
        <p:spPr>
          <a:xfrm>
            <a:off x="4720949" y="4589733"/>
            <a:ext cx="3185705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구조를 정당화하는 존재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희생을 </a:t>
            </a:r>
            <a:r>
              <a:rPr lang="en-US" altLang="ko-KR" sz="1100" dirty="0"/>
              <a:t>‘</a:t>
            </a:r>
            <a:r>
              <a:rPr lang="ko-KR" altLang="en-US" sz="1100" dirty="0"/>
              <a:t>공익</a:t>
            </a:r>
            <a:r>
              <a:rPr lang="en-US" altLang="ko-KR" sz="1100" dirty="0"/>
              <a:t>’</a:t>
            </a:r>
            <a:r>
              <a:rPr lang="ko-KR" altLang="en-US" sz="1100" dirty="0"/>
              <a:t>으로 강요</a:t>
            </a:r>
            <a:endParaRPr lang="en-US" altLang="ko-KR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C7926-D660-0EA9-2C6D-BE35A15D03B5}"/>
              </a:ext>
            </a:extLst>
          </p:cNvPr>
          <p:cNvSpPr txBox="1"/>
          <p:nvPr/>
        </p:nvSpPr>
        <p:spPr>
          <a:xfrm>
            <a:off x="8410592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 err="1"/>
              <a:t>차우선</a:t>
            </a:r>
            <a:r>
              <a:rPr lang="ko-KR" altLang="en-US" sz="1500" b="1" dirty="0"/>
              <a:t> 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동생</a:t>
            </a:r>
            <a:r>
              <a:rPr lang="en-US" altLang="ko-KR" sz="1500" b="1" dirty="0"/>
              <a:t>)</a:t>
            </a:r>
            <a:endParaRPr lang="ko-KR" altLang="en-US" sz="15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25C0F-36AB-3BF9-3857-10FC2747BBE3}"/>
              </a:ext>
            </a:extLst>
          </p:cNvPr>
          <p:cNvSpPr txBox="1"/>
          <p:nvPr/>
        </p:nvSpPr>
        <p:spPr>
          <a:xfrm>
            <a:off x="8410592" y="2042625"/>
            <a:ext cx="3185705" cy="567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사적 영역의 착취자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주인공을 가족 자산으로 인식</a:t>
            </a:r>
            <a:endParaRPr lang="en-US" altLang="ko-KR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96106-06FF-2B9A-2C80-E10A40D6A042}"/>
              </a:ext>
            </a:extLst>
          </p:cNvPr>
          <p:cNvSpPr txBox="1"/>
          <p:nvPr/>
        </p:nvSpPr>
        <p:spPr>
          <a:xfrm>
            <a:off x="8410592" y="4150770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괴물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346F67-218E-BFAB-586B-4363355922BC}"/>
              </a:ext>
            </a:extLst>
          </p:cNvPr>
          <p:cNvSpPr txBox="1"/>
          <p:nvPr/>
        </p:nvSpPr>
        <p:spPr>
          <a:xfrm>
            <a:off x="8410592" y="4589733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ko-KR" altLang="en-US" sz="1100" dirty="0"/>
              <a:t>전투 대상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선의가 붕괴된 인간이 균열에서 변이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상징 </a:t>
            </a:r>
            <a:r>
              <a:rPr lang="en-US" altLang="ko-KR" sz="1100" dirty="0"/>
              <a:t>: </a:t>
            </a:r>
            <a:r>
              <a:rPr lang="ko-KR" altLang="en-US" sz="1100" dirty="0"/>
              <a:t>붕괴된 인간의 결과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335290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D60C3-1AE4-0D14-14AD-BA735BA5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B45F61-20FE-6203-B46B-17C565B55CA2}"/>
              </a:ext>
            </a:extLst>
          </p:cNvPr>
          <p:cNvSpPr txBox="1"/>
          <p:nvPr/>
        </p:nvSpPr>
        <p:spPr>
          <a:xfrm>
            <a:off x="762973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세계 구조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C6482-D877-21DA-938F-520C12AC4E3E}"/>
              </a:ext>
            </a:extLst>
          </p:cNvPr>
          <p:cNvSpPr txBox="1"/>
          <p:nvPr/>
        </p:nvSpPr>
        <p:spPr>
          <a:xfrm>
            <a:off x="762973" y="2042625"/>
            <a:ext cx="3185705" cy="313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다수의 책임 → 단일 책임 집중</a:t>
            </a:r>
            <a:endParaRPr lang="en-US" altLang="ko-KR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F8A44-4E19-0835-A954-84D17E9C8055}"/>
              </a:ext>
            </a:extLst>
          </p:cNvPr>
          <p:cNvSpPr txBox="1"/>
          <p:nvPr/>
        </p:nvSpPr>
        <p:spPr>
          <a:xfrm>
            <a:off x="762973" y="645383"/>
            <a:ext cx="29173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등장 무대 컨셉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3E813-44F8-4300-33B4-07C02406AD86}"/>
              </a:ext>
            </a:extLst>
          </p:cNvPr>
          <p:cNvSpPr txBox="1"/>
          <p:nvPr/>
        </p:nvSpPr>
        <p:spPr>
          <a:xfrm>
            <a:off x="4720949" y="1603662"/>
            <a:ext cx="29173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/>
              <a:t>주요 공간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B4E8B-9655-CD1A-32C8-AF8DD858C072}"/>
              </a:ext>
            </a:extLst>
          </p:cNvPr>
          <p:cNvSpPr txBox="1"/>
          <p:nvPr/>
        </p:nvSpPr>
        <p:spPr>
          <a:xfrm>
            <a:off x="4720949" y="2042625"/>
            <a:ext cx="3185705" cy="107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[ </a:t>
            </a:r>
            <a:r>
              <a:rPr lang="ko-KR" altLang="en-US" sz="1100" b="1" dirty="0"/>
              <a:t>도시 중심부 </a:t>
            </a:r>
            <a:r>
              <a:rPr lang="en-US" altLang="ko-KR" sz="1100" b="1" dirty="0"/>
              <a:t>(</a:t>
            </a:r>
            <a:r>
              <a:rPr lang="ko-KR" altLang="en-US" sz="1100" b="1" dirty="0"/>
              <a:t>거점</a:t>
            </a:r>
            <a:r>
              <a:rPr lang="en-US" altLang="ko-KR" sz="1100" b="1" dirty="0"/>
              <a:t>) 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기능 </a:t>
            </a:r>
            <a:r>
              <a:rPr lang="en-US" altLang="ko-KR" sz="1100" dirty="0"/>
              <a:t>: </a:t>
            </a:r>
            <a:r>
              <a:rPr lang="ko-KR" altLang="en-US" sz="1100" dirty="0"/>
              <a:t>강화</a:t>
            </a:r>
            <a:r>
              <a:rPr lang="en-US" altLang="ko-KR" sz="1100" dirty="0"/>
              <a:t> / </a:t>
            </a:r>
            <a:r>
              <a:rPr lang="ko-KR" altLang="en-US" sz="1100" dirty="0"/>
              <a:t>장비</a:t>
            </a:r>
            <a:r>
              <a:rPr lang="en-US" altLang="ko-KR" sz="1100" dirty="0"/>
              <a:t> / </a:t>
            </a:r>
            <a:r>
              <a:rPr lang="ko-KR" altLang="en-US" sz="1100" dirty="0"/>
              <a:t>준비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특징 </a:t>
            </a:r>
            <a:r>
              <a:rPr lang="en-US" altLang="ko-KR" sz="1100" dirty="0"/>
              <a:t>: </a:t>
            </a:r>
            <a:r>
              <a:rPr lang="ko-KR" altLang="en-US" sz="1100" dirty="0"/>
              <a:t>밝고 안정된 외형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의미 </a:t>
            </a:r>
            <a:r>
              <a:rPr lang="en-US" altLang="ko-KR" sz="1100" dirty="0"/>
              <a:t>: </a:t>
            </a:r>
            <a:r>
              <a:rPr lang="ko-KR" altLang="en-US" sz="1100" dirty="0"/>
              <a:t>효율적인 소모를 위한 공간</a:t>
            </a:r>
            <a:endParaRPr lang="en-US" altLang="ko-KR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515B72-4FEF-9470-FF61-14A865472CB3}"/>
              </a:ext>
            </a:extLst>
          </p:cNvPr>
          <p:cNvSpPr txBox="1"/>
          <p:nvPr/>
        </p:nvSpPr>
        <p:spPr>
          <a:xfrm>
            <a:off x="4720949" y="4581781"/>
            <a:ext cx="3185705" cy="82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[ </a:t>
            </a:r>
            <a:r>
              <a:rPr lang="ko-KR" altLang="en-US" sz="1100" b="1" dirty="0"/>
              <a:t>정치 기관 </a:t>
            </a:r>
            <a:r>
              <a:rPr lang="en-US" altLang="ko-KR" sz="1100" b="1" dirty="0"/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기능 </a:t>
            </a:r>
            <a:r>
              <a:rPr lang="en-US" altLang="ko-KR" sz="1100" dirty="0"/>
              <a:t>: </a:t>
            </a:r>
            <a:r>
              <a:rPr lang="ko-KR" altLang="en-US" sz="1100" dirty="0"/>
              <a:t>호출 </a:t>
            </a:r>
            <a:r>
              <a:rPr lang="en-US" altLang="ko-KR" sz="1100" dirty="0"/>
              <a:t>/ </a:t>
            </a:r>
            <a:r>
              <a:rPr lang="ko-KR" altLang="en-US" sz="1100" dirty="0"/>
              <a:t>명령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의미 </a:t>
            </a:r>
            <a:r>
              <a:rPr lang="en-US" altLang="ko-KR" sz="1100" dirty="0"/>
              <a:t>: </a:t>
            </a:r>
            <a:r>
              <a:rPr lang="ko-KR" altLang="en-US" sz="1100" dirty="0"/>
              <a:t>착취의 공식화</a:t>
            </a:r>
            <a:endParaRPr lang="en-US" altLang="ko-KR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2BE7C-D321-EE07-873B-881A054240B2}"/>
              </a:ext>
            </a:extLst>
          </p:cNvPr>
          <p:cNvSpPr txBox="1"/>
          <p:nvPr/>
        </p:nvSpPr>
        <p:spPr>
          <a:xfrm>
            <a:off x="8410592" y="2042625"/>
            <a:ext cx="3781408" cy="3360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[ </a:t>
            </a:r>
            <a:r>
              <a:rPr lang="ko-KR" altLang="en-US" sz="1100" b="1" dirty="0"/>
              <a:t>사건 발생 구역</a:t>
            </a:r>
            <a:r>
              <a:rPr lang="en-US" altLang="ko-KR" sz="1100" b="1" dirty="0"/>
              <a:t> 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구성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균열 발생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동시다발적 사건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변이 진행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시스템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다수의 요청 동시다발적 발생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선택 강요 </a:t>
            </a:r>
            <a:r>
              <a:rPr lang="en-US" altLang="ko-KR" sz="1100" dirty="0"/>
              <a:t>(</a:t>
            </a:r>
            <a:r>
              <a:rPr lang="ko-KR" altLang="en-US" sz="1100" dirty="0"/>
              <a:t>누구를 먼저 도울 것인가</a:t>
            </a:r>
            <a:r>
              <a:rPr lang="en-US" altLang="ko-KR" sz="1100" dirty="0"/>
              <a:t>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선택하지 않은 대상 붕괴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연출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구조 요청</a:t>
            </a:r>
            <a:r>
              <a:rPr lang="en-US" altLang="ko-KR" sz="1100" dirty="0"/>
              <a:t>, </a:t>
            </a:r>
            <a:r>
              <a:rPr lang="ko-KR" altLang="en-US" sz="1100" dirty="0"/>
              <a:t>비명</a:t>
            </a:r>
            <a:r>
              <a:rPr lang="en-US" altLang="ko-KR" sz="1100" dirty="0"/>
              <a:t>, </a:t>
            </a:r>
            <a:r>
              <a:rPr lang="ko-KR" altLang="en-US" sz="1100" dirty="0"/>
              <a:t>방송</a:t>
            </a:r>
            <a:r>
              <a:rPr lang="en-US" altLang="ko-KR" sz="1100" dirty="0"/>
              <a:t>, </a:t>
            </a:r>
            <a:r>
              <a:rPr lang="ko-KR" altLang="en-US" sz="1100" dirty="0"/>
              <a:t>알림의 중첩</a:t>
            </a:r>
            <a:endParaRPr lang="en-US" altLang="ko-KR" sz="1100" dirty="0"/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시간 압박</a:t>
            </a:r>
            <a:endParaRPr lang="en-US" altLang="ko-KR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/>
              <a:t>의미 </a:t>
            </a:r>
            <a:r>
              <a:rPr lang="en-US" altLang="ko-KR" sz="1100" dirty="0"/>
              <a:t>: </a:t>
            </a:r>
            <a:r>
              <a:rPr lang="ko-KR" altLang="en-US" sz="1100" dirty="0"/>
              <a:t>끝나지 않는 수요 </a:t>
            </a:r>
            <a:r>
              <a:rPr lang="en-US" altLang="ko-KR" sz="1100" dirty="0"/>
              <a:t>+ </a:t>
            </a:r>
            <a:r>
              <a:rPr lang="ko-KR" altLang="en-US" sz="1100" dirty="0"/>
              <a:t>선택에 따른 죄책감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958167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C49264-198A-B524-7B14-3C9562D61B41}"/>
              </a:ext>
            </a:extLst>
          </p:cNvPr>
          <p:cNvSpPr txBox="1"/>
          <p:nvPr/>
        </p:nvSpPr>
        <p:spPr>
          <a:xfrm>
            <a:off x="762973" y="645383"/>
            <a:ext cx="291737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300" b="1" dirty="0"/>
              <a:t>시나리오 흐름 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FF803-E6D2-79E1-F9E3-4E1E6803B07C}"/>
              </a:ext>
            </a:extLst>
          </p:cNvPr>
          <p:cNvSpPr txBox="1"/>
          <p:nvPr/>
        </p:nvSpPr>
        <p:spPr>
          <a:xfrm>
            <a:off x="2272033" y="1516696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도시 </a:t>
            </a:r>
            <a:endParaRPr lang="en-US" altLang="ko-KR" sz="11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5B1E16E-90F7-6585-FEE1-A044FB2E820C}"/>
              </a:ext>
            </a:extLst>
          </p:cNvPr>
          <p:cNvSpPr/>
          <p:nvPr/>
        </p:nvSpPr>
        <p:spPr>
          <a:xfrm>
            <a:off x="254000" y="1326776"/>
            <a:ext cx="11684000" cy="4828989"/>
          </a:xfrm>
          <a:prstGeom prst="roundRect">
            <a:avLst>
              <a:gd name="adj" fmla="val 30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133A3-A6D7-C8B2-A1D7-34A1EFAFB4E8}"/>
              </a:ext>
            </a:extLst>
          </p:cNvPr>
          <p:cNvSpPr txBox="1"/>
          <p:nvPr/>
        </p:nvSpPr>
        <p:spPr>
          <a:xfrm>
            <a:off x="3834880" y="1516693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위기관리국</a:t>
            </a:r>
            <a:endParaRPr lang="en-US" altLang="ko-KR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346E6-2D90-A1E1-7727-84CA9E4190DF}"/>
              </a:ext>
            </a:extLst>
          </p:cNvPr>
          <p:cNvSpPr txBox="1"/>
          <p:nvPr/>
        </p:nvSpPr>
        <p:spPr>
          <a:xfrm>
            <a:off x="709186" y="1522728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주인공의 집</a:t>
            </a:r>
            <a:endParaRPr lang="en-US" altLang="ko-KR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80ED-4D25-B1BF-80D6-00B00337A914}"/>
              </a:ext>
            </a:extLst>
          </p:cNvPr>
          <p:cNvSpPr txBox="1"/>
          <p:nvPr/>
        </p:nvSpPr>
        <p:spPr>
          <a:xfrm>
            <a:off x="5397727" y="1516694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통제구역</a:t>
            </a:r>
            <a:endParaRPr lang="en-US" altLang="ko-K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CA4838-9247-06D2-6F9B-B052E5F4181A}"/>
              </a:ext>
            </a:extLst>
          </p:cNvPr>
          <p:cNvSpPr txBox="1"/>
          <p:nvPr/>
        </p:nvSpPr>
        <p:spPr>
          <a:xfrm>
            <a:off x="6960574" y="1516693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첫 번째 균열</a:t>
            </a:r>
            <a:endParaRPr lang="en-US" altLang="ko-K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A2F8F-9B79-8A92-6CFC-3C34660D5BD6}"/>
              </a:ext>
            </a:extLst>
          </p:cNvPr>
          <p:cNvSpPr txBox="1"/>
          <p:nvPr/>
        </p:nvSpPr>
        <p:spPr>
          <a:xfrm>
            <a:off x="709186" y="2784099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차별과 강요 속에서 길러진 </a:t>
            </a:r>
            <a:r>
              <a:rPr lang="en-US" altLang="ko-KR" sz="1100" dirty="0"/>
              <a:t>‘</a:t>
            </a:r>
            <a:r>
              <a:rPr lang="ko-KR" altLang="en-US" sz="1100" dirty="0"/>
              <a:t>착함</a:t>
            </a:r>
            <a:r>
              <a:rPr lang="en-US" altLang="ko-KR" sz="1100" dirty="0"/>
              <a:t>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CA2E3-90A3-6F11-A3F7-24BA17CC5395}"/>
              </a:ext>
            </a:extLst>
          </p:cNvPr>
          <p:cNvSpPr txBox="1"/>
          <p:nvPr/>
        </p:nvSpPr>
        <p:spPr>
          <a:xfrm>
            <a:off x="2272033" y="2784098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균열과 괴물 등장</a:t>
            </a:r>
            <a:r>
              <a:rPr lang="en-US" altLang="ko-KR" sz="1100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선의 수치 발견</a:t>
            </a:r>
            <a:endParaRPr lang="en-US" altLang="ko-KR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ACB8F-464F-95E3-B438-E1307FD00F29}"/>
              </a:ext>
            </a:extLst>
          </p:cNvPr>
          <p:cNvSpPr txBox="1"/>
          <p:nvPr/>
        </p:nvSpPr>
        <p:spPr>
          <a:xfrm>
            <a:off x="3834880" y="2784545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무한에 가까운 주인공의 선의 수치</a:t>
            </a:r>
            <a:endParaRPr lang="en-US" altLang="ko-KR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34762-82B5-CC18-4ADC-C57251C8A082}"/>
              </a:ext>
            </a:extLst>
          </p:cNvPr>
          <p:cNvSpPr txBox="1"/>
          <p:nvPr/>
        </p:nvSpPr>
        <p:spPr>
          <a:xfrm>
            <a:off x="5397727" y="2784097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선택의 강요 속에서 친구를 잃는다</a:t>
            </a:r>
            <a:r>
              <a:rPr lang="en-US" altLang="ko-KR" sz="110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ADB85D-AC2B-26F6-CF38-D1B471822DF1}"/>
              </a:ext>
            </a:extLst>
          </p:cNvPr>
          <p:cNvSpPr txBox="1"/>
          <p:nvPr/>
        </p:nvSpPr>
        <p:spPr>
          <a:xfrm>
            <a:off x="6960574" y="2784096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균열 속에서 진실을 발견한다</a:t>
            </a:r>
            <a:r>
              <a:rPr lang="en-US" altLang="ko-KR" sz="11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62D918-DC8F-0626-1B05-8CB130AF2270}"/>
              </a:ext>
            </a:extLst>
          </p:cNvPr>
          <p:cNvSpPr txBox="1"/>
          <p:nvPr/>
        </p:nvSpPr>
        <p:spPr>
          <a:xfrm>
            <a:off x="8523421" y="2784543"/>
            <a:ext cx="1298908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세계는 주인공의 희생을 요구한다</a:t>
            </a:r>
            <a:r>
              <a:rPr lang="en-US" altLang="ko-KR" sz="1100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9A882E-D4AD-B0F1-E0E2-BF04C7272581}"/>
              </a:ext>
            </a:extLst>
          </p:cNvPr>
          <p:cNvSpPr txBox="1"/>
          <p:nvPr/>
        </p:nvSpPr>
        <p:spPr>
          <a:xfrm>
            <a:off x="10086268" y="2784096"/>
            <a:ext cx="1298908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최종 선택</a:t>
            </a:r>
            <a:endParaRPr lang="en-US" altLang="ko-KR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A9B632-2169-A642-F348-2B358955565A}"/>
              </a:ext>
            </a:extLst>
          </p:cNvPr>
          <p:cNvSpPr txBox="1"/>
          <p:nvPr/>
        </p:nvSpPr>
        <p:spPr>
          <a:xfrm>
            <a:off x="8523421" y="1516693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광장</a:t>
            </a:r>
            <a:endParaRPr lang="en-US" altLang="ko-KR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04CCF9-F272-5B77-6A65-D350B00E31D1}"/>
              </a:ext>
            </a:extLst>
          </p:cNvPr>
          <p:cNvSpPr txBox="1"/>
          <p:nvPr/>
        </p:nvSpPr>
        <p:spPr>
          <a:xfrm>
            <a:off x="709186" y="4047787"/>
            <a:ext cx="988131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스토리</a:t>
            </a:r>
            <a:endParaRPr lang="en-US" altLang="ko-KR" sz="1100" dirty="0"/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애니메이션</a:t>
            </a:r>
            <a:endParaRPr lang="en-US" altLang="ko-KR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13612C-80BB-8992-C0E8-2F3586162EC9}"/>
              </a:ext>
            </a:extLst>
          </p:cNvPr>
          <p:cNvSpPr txBox="1"/>
          <p:nvPr/>
        </p:nvSpPr>
        <p:spPr>
          <a:xfrm>
            <a:off x="2272033" y="4047787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튜토리얼</a:t>
            </a:r>
            <a:endParaRPr lang="en-US" altLang="ko-KR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5C424-6F1B-BF3F-215A-2726C0343CA2}"/>
              </a:ext>
            </a:extLst>
          </p:cNvPr>
          <p:cNvSpPr txBox="1"/>
          <p:nvPr/>
        </p:nvSpPr>
        <p:spPr>
          <a:xfrm>
            <a:off x="3834879" y="4035955"/>
            <a:ext cx="988131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dirty="0"/>
              <a:t>NPC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상호작용</a:t>
            </a:r>
            <a:endParaRPr lang="en-US" altLang="ko-KR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CF017A-A419-3BEB-CD78-5BED7D266E06}"/>
              </a:ext>
            </a:extLst>
          </p:cNvPr>
          <p:cNvSpPr txBox="1"/>
          <p:nvPr/>
        </p:nvSpPr>
        <p:spPr>
          <a:xfrm>
            <a:off x="5397727" y="4047787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이벤트 </a:t>
            </a:r>
            <a:r>
              <a:rPr lang="ko-KR" altLang="en-US" sz="1100" dirty="0" err="1"/>
              <a:t>컷신</a:t>
            </a:r>
            <a:endParaRPr lang="en-US" altLang="ko-KR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8AAD9A-4506-1C8B-BE0F-AF7D8D6B6BF9}"/>
              </a:ext>
            </a:extLst>
          </p:cNvPr>
          <p:cNvSpPr txBox="1"/>
          <p:nvPr/>
        </p:nvSpPr>
        <p:spPr>
          <a:xfrm>
            <a:off x="6960574" y="4047787"/>
            <a:ext cx="988131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탐험형</a:t>
            </a:r>
            <a:endParaRPr lang="en-US" altLang="ko-KR" sz="1100" dirty="0"/>
          </a:p>
          <a:p>
            <a:pPr algn="ctr">
              <a:lnSpc>
                <a:spcPct val="150000"/>
              </a:lnSpc>
            </a:pPr>
            <a:r>
              <a:rPr lang="ko-KR" altLang="en-US" sz="1100" dirty="0"/>
              <a:t>플레이</a:t>
            </a:r>
            <a:endParaRPr lang="en-US" altLang="ko-KR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84BC93-0DD5-8B1E-3E93-E94D540CD125}"/>
              </a:ext>
            </a:extLst>
          </p:cNvPr>
          <p:cNvSpPr txBox="1"/>
          <p:nvPr/>
        </p:nvSpPr>
        <p:spPr>
          <a:xfrm>
            <a:off x="8523420" y="4035955"/>
            <a:ext cx="988131" cy="3135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군중 연출</a:t>
            </a:r>
            <a:endParaRPr lang="en-US" altLang="ko-KR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332B4C-63C6-9CF6-6EDF-E9EDC8619E18}"/>
              </a:ext>
            </a:extLst>
          </p:cNvPr>
          <p:cNvSpPr txBox="1"/>
          <p:nvPr/>
        </p:nvSpPr>
        <p:spPr>
          <a:xfrm>
            <a:off x="10086266" y="4047787"/>
            <a:ext cx="988131" cy="5674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/>
              <a:t>엔딩 분기</a:t>
            </a:r>
            <a:endParaRPr lang="en-US" altLang="ko-KR" sz="1100" dirty="0"/>
          </a:p>
          <a:p>
            <a:pPr algn="ctr">
              <a:lnSpc>
                <a:spcPct val="150000"/>
              </a:lnSpc>
            </a:pPr>
            <a:r>
              <a:rPr lang="en-US" altLang="ko-KR" sz="1100" dirty="0"/>
              <a:t>(</a:t>
            </a:r>
            <a:r>
              <a:rPr lang="ko-KR" altLang="en-US" sz="1100" dirty="0"/>
              <a:t>선택</a:t>
            </a:r>
            <a:r>
              <a:rPr lang="en-US" altLang="ko-KR" sz="11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0151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322</Words>
  <Application>Microsoft Office PowerPoint</Application>
  <PresentationFormat>와이드스크린</PresentationFormat>
  <Paragraphs>77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3</cp:revision>
  <dcterms:created xsi:type="dcterms:W3CDTF">2026-04-07T04:55:56Z</dcterms:created>
  <dcterms:modified xsi:type="dcterms:W3CDTF">2026-04-08T02:19:35Z</dcterms:modified>
</cp:coreProperties>
</file>