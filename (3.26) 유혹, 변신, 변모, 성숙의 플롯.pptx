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2" r:id="rId4"/>
    <p:sldId id="265" r:id="rId5"/>
    <p:sldId id="260" r:id="rId6"/>
    <p:sldId id="267" r:id="rId7"/>
    <p:sldId id="263" r:id="rId8"/>
    <p:sldId id="261" r:id="rId9"/>
    <p:sldId id="268" r:id="rId10"/>
    <p:sldId id="269" r:id="rId11"/>
    <p:sldId id="270" r:id="rId12"/>
    <p:sldId id="264" r:id="rId13"/>
    <p:sldId id="271" r:id="rId14"/>
    <p:sldId id="273" r:id="rId15"/>
    <p:sldId id="274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1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1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92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3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8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64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55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98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05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29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33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06D21-42B0-456C-8265-7F48F04716CE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BE898-40AD-4E78-B43D-CEB9016C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69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(10) </a:t>
            </a:r>
            <a:r>
              <a:rPr lang="ko-KR" altLang="en-US" smtClean="0"/>
              <a:t>유혹의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막장 드라마</a:t>
            </a:r>
            <a:r>
              <a:rPr lang="en-US" altLang="ko-KR" smtClean="0"/>
              <a:t>, </a:t>
            </a:r>
            <a:r>
              <a:rPr lang="ko-KR" altLang="en-US" smtClean="0"/>
              <a:t>팜므파탈</a:t>
            </a:r>
            <a:r>
              <a:rPr lang="en-US" altLang="ko-KR" smtClean="0"/>
              <a:t>, </a:t>
            </a:r>
            <a:r>
              <a:rPr lang="ko-KR" altLang="en-US" smtClean="0"/>
              <a:t>옴므파탈</a:t>
            </a:r>
            <a:endParaRPr lang="en-US" altLang="ko-KR" smtClean="0"/>
          </a:p>
          <a:p>
            <a:r>
              <a:rPr lang="ko-KR" altLang="en-US" smtClean="0"/>
              <a:t>유혹을 기준으로하는 상황 전개</a:t>
            </a:r>
            <a:endParaRPr lang="en-US" altLang="ko-KR" smtClean="0"/>
          </a:p>
          <a:p>
            <a:pPr lvl="1"/>
            <a:r>
              <a:rPr lang="ko-KR" altLang="en-US"/>
              <a:t>돈</a:t>
            </a:r>
            <a:r>
              <a:rPr lang="en-US" altLang="ko-KR"/>
              <a:t>, </a:t>
            </a:r>
            <a:r>
              <a:rPr lang="ko-KR" altLang="en-US"/>
              <a:t>사랑</a:t>
            </a:r>
            <a:r>
              <a:rPr lang="en-US" altLang="ko-KR"/>
              <a:t>, </a:t>
            </a:r>
            <a:r>
              <a:rPr lang="ko-KR" altLang="en-US"/>
              <a:t>건강 등 </a:t>
            </a:r>
            <a:r>
              <a:rPr lang="ko-KR" altLang="en-US" smtClean="0"/>
              <a:t>유혹이 필요한 사람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사람에게 유혹의 손길을 내민다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손을 잡을지 말지는 본인이 정하는 것</a:t>
            </a:r>
            <a:endParaRPr lang="en-US" altLang="ko-KR" smtClean="0"/>
          </a:p>
          <a:p>
            <a:pPr lvl="1"/>
            <a:r>
              <a:rPr lang="ko-KR" altLang="en-US" smtClean="0"/>
              <a:t>대부분 </a:t>
            </a:r>
            <a:r>
              <a:rPr lang="en-US" altLang="ko-KR" smtClean="0"/>
              <a:t>1~2</a:t>
            </a:r>
            <a:r>
              <a:rPr lang="ko-KR" altLang="en-US" smtClean="0"/>
              <a:t>번의 거절 후</a:t>
            </a:r>
            <a:r>
              <a:rPr lang="en-US" altLang="ko-KR" smtClean="0"/>
              <a:t>, </a:t>
            </a:r>
            <a:r>
              <a:rPr lang="ko-KR" altLang="en-US" smtClean="0"/>
              <a:t>유혹의 손을 잡는다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거절 후에는 </a:t>
            </a:r>
            <a:r>
              <a:rPr lang="en-US" altLang="ko-KR" smtClean="0"/>
              <a:t>=&gt; </a:t>
            </a:r>
            <a:r>
              <a:rPr lang="ko-KR" altLang="en-US" smtClean="0"/>
              <a:t>처절하게 유혹이 필요한 상황을 반드시 보여줌</a:t>
            </a:r>
            <a:endParaRPr lang="en-US" altLang="ko-KR" smtClean="0"/>
          </a:p>
          <a:p>
            <a:pPr lvl="1"/>
            <a:r>
              <a:rPr lang="ko-KR" altLang="en-US" smtClean="0"/>
              <a:t>유혹의 손을 잡으면 </a:t>
            </a:r>
            <a:r>
              <a:rPr lang="en-US" altLang="ko-KR" smtClean="0"/>
              <a:t>=&gt; </a:t>
            </a:r>
            <a:r>
              <a:rPr lang="ko-KR" altLang="en-US" smtClean="0"/>
              <a:t>빠진 깊이만큼 반드시 대가를 치른다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8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은밀한 유혹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도입부</a:t>
            </a:r>
            <a:endParaRPr lang="en-US" altLang="ko-KR" smtClean="0"/>
          </a:p>
          <a:p>
            <a:pPr lvl="1"/>
            <a:r>
              <a:rPr lang="ko-KR" altLang="en-US" smtClean="0"/>
              <a:t>돈의 유혹 </a:t>
            </a:r>
            <a:r>
              <a:rPr lang="en-US" altLang="ko-KR" smtClean="0"/>
              <a:t>: </a:t>
            </a:r>
            <a:r>
              <a:rPr lang="ko-KR" altLang="en-US" smtClean="0"/>
              <a:t>돈이 절실하게 필요한 여자 주인공</a:t>
            </a:r>
            <a:endParaRPr lang="en-US" altLang="ko-KR" smtClean="0"/>
          </a:p>
          <a:p>
            <a:pPr lvl="1"/>
            <a:r>
              <a:rPr lang="ko-KR" altLang="en-US" smtClean="0"/>
              <a:t>한 번 거절하자 </a:t>
            </a:r>
            <a:r>
              <a:rPr lang="en-US" altLang="ko-KR" smtClean="0"/>
              <a:t>-&gt; </a:t>
            </a:r>
            <a:r>
              <a:rPr lang="ko-KR" altLang="en-US" smtClean="0"/>
              <a:t>돈이 절실히 필요한 상황을 보여줌</a:t>
            </a:r>
            <a:endParaRPr lang="en-US" altLang="ko-KR" smtClean="0"/>
          </a:p>
          <a:p>
            <a:pPr lvl="1"/>
            <a:r>
              <a:rPr lang="ko-KR" altLang="en-US" smtClean="0"/>
              <a:t>그 유혹과 손을 잡게 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+ </a:t>
            </a:r>
            <a:r>
              <a:rPr lang="ko-KR" altLang="en-US" smtClean="0"/>
              <a:t>옴므파탈의 유혹 </a:t>
            </a:r>
            <a:r>
              <a:rPr lang="en-US" altLang="ko-KR" smtClean="0"/>
              <a:t>: </a:t>
            </a:r>
            <a:r>
              <a:rPr lang="ko-KR" altLang="en-US" smtClean="0"/>
              <a:t>사랑의 유혹</a:t>
            </a:r>
            <a:endParaRPr lang="en-US" altLang="ko-KR" smtClean="0"/>
          </a:p>
          <a:p>
            <a:pPr lvl="1"/>
            <a:r>
              <a:rPr lang="ko-KR" altLang="en-US" smtClean="0"/>
              <a:t>유언장을 공증받기 전에 회장이 죽음</a:t>
            </a:r>
            <a:endParaRPr lang="en-US" altLang="ko-KR" smtClean="0"/>
          </a:p>
          <a:p>
            <a:pPr lvl="1"/>
            <a:r>
              <a:rPr lang="ko-KR" altLang="en-US" smtClean="0"/>
              <a:t>회장의 죽음을 덮기 위한 범죄 </a:t>
            </a:r>
            <a:r>
              <a:rPr lang="en-US" altLang="ko-KR" smtClean="0"/>
              <a:t>(</a:t>
            </a:r>
            <a:r>
              <a:rPr lang="ko-KR" altLang="en-US" smtClean="0"/>
              <a:t>시체 유기 등</a:t>
            </a:r>
            <a:r>
              <a:rPr lang="en-US" altLang="ko-KR" smtClean="0"/>
              <a:t>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2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599680"/>
            <a:ext cx="9126224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3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102" y="127635"/>
            <a:ext cx="7983796" cy="660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9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(11) </a:t>
            </a:r>
            <a:r>
              <a:rPr lang="ko-KR" altLang="en-US" smtClean="0"/>
              <a:t>변신의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</a:p>
          <a:p>
            <a:r>
              <a:rPr lang="ko-KR" altLang="en-US" smtClean="0"/>
              <a:t>무조건 외모가 바껴야 한다</a:t>
            </a:r>
            <a:r>
              <a:rPr lang="en-US" altLang="ko-KR" smtClean="0"/>
              <a:t>. </a:t>
            </a:r>
            <a:r>
              <a:rPr lang="ko-KR" altLang="en-US" smtClean="0"/>
              <a:t>완전히 다른 존재</a:t>
            </a:r>
            <a:r>
              <a:rPr lang="en-US" altLang="ko-KR" smtClean="0"/>
              <a:t>, </a:t>
            </a:r>
            <a:r>
              <a:rPr lang="ko-KR" altLang="en-US" smtClean="0"/>
              <a:t>모습으로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마을의 기대주이자 건실한 청년 </a:t>
            </a:r>
            <a:r>
              <a:rPr lang="en-US" altLang="ko-KR" smtClean="0"/>
              <a:t>-&gt; </a:t>
            </a:r>
            <a:r>
              <a:rPr lang="ko-KR" altLang="en-US" smtClean="0"/>
              <a:t>늑대 인간으로 변신</a:t>
            </a:r>
            <a:endParaRPr lang="en-US" altLang="ko-KR" smtClean="0"/>
          </a:p>
          <a:p>
            <a:r>
              <a:rPr lang="ko-KR" altLang="en-US" smtClean="0"/>
              <a:t>비포와 애프터의 차이가 클수록 이야기는 재밌다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바뀌기 전과 후의 모습이 명확하기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변곡점을 알기 쉽다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69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마스크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 : </a:t>
            </a:r>
            <a:r>
              <a:rPr lang="ko-KR" altLang="en-US" smtClean="0"/>
              <a:t>소심하고 내성적인 </a:t>
            </a:r>
            <a:r>
              <a:rPr lang="en-US" altLang="ko-KR" smtClean="0"/>
              <a:t>(</a:t>
            </a:r>
            <a:r>
              <a:rPr lang="ko-KR" altLang="en-US" smtClean="0"/>
              <a:t>찐따같은</a:t>
            </a:r>
            <a:r>
              <a:rPr lang="en-US" altLang="ko-KR" smtClean="0"/>
              <a:t>)</a:t>
            </a:r>
            <a:r>
              <a:rPr lang="ko-KR" altLang="en-US" smtClean="0"/>
              <a:t> 주인공</a:t>
            </a:r>
            <a:endParaRPr lang="en-US" altLang="ko-KR" smtClean="0"/>
          </a:p>
          <a:p>
            <a:r>
              <a:rPr lang="en-US" altLang="ko-KR" smtClean="0"/>
              <a:t>After : </a:t>
            </a:r>
            <a:r>
              <a:rPr lang="ko-KR" altLang="en-US" smtClean="0"/>
              <a:t>마스크를 쓰니 마음내키는대로 다 하는</a:t>
            </a:r>
            <a:r>
              <a:rPr lang="en-US" altLang="ko-KR" smtClean="0"/>
              <a:t>, </a:t>
            </a:r>
            <a:r>
              <a:rPr lang="ko-KR" altLang="en-US" smtClean="0"/>
              <a:t>다 할 수 있는 초록 얼굴의 인물로 변신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변신하기 전의 답답한 모습의 주인공</a:t>
            </a:r>
            <a:endParaRPr lang="en-US" altLang="ko-KR" smtClean="0"/>
          </a:p>
          <a:p>
            <a:r>
              <a:rPr lang="ko-KR" altLang="en-US" smtClean="0"/>
              <a:t>변신한 후의 속 시원한 모습의 주인공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7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1085523"/>
            <a:ext cx="9097645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1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(12) </a:t>
            </a:r>
            <a:r>
              <a:rPr lang="ko-KR" altLang="en-US" smtClean="0"/>
              <a:t>변모의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마음이 바뀌는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플롯은 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마음이 바뀌었다는 것을 설명하면 영화는 재미없다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자연스럽게 주인공의 마음이 바뀐 것을 보여주어야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짧은 호흡으로 마음이 바뀐다</a:t>
            </a:r>
            <a:r>
              <a:rPr lang="en-US" altLang="ko-KR" smtClean="0"/>
              <a:t>. / </a:t>
            </a:r>
            <a:r>
              <a:rPr lang="ko-KR" altLang="en-US" smtClean="0"/>
              <a:t>전개된다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61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회사원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Before : </a:t>
            </a:r>
            <a:r>
              <a:rPr lang="ko-KR" altLang="en-US" smtClean="0"/>
              <a:t>청부 살인 회사에서 일하던 주인공</a:t>
            </a:r>
            <a:r>
              <a:rPr lang="en-US" altLang="ko-KR" smtClean="0"/>
              <a:t>. </a:t>
            </a:r>
            <a:r>
              <a:rPr lang="ko-KR" altLang="en-US" smtClean="0"/>
              <a:t>회사가 전부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마음이 바뀐 계기 </a:t>
            </a:r>
            <a:r>
              <a:rPr lang="en-US" altLang="ko-KR" smtClean="0"/>
              <a:t>: </a:t>
            </a:r>
            <a:r>
              <a:rPr lang="ko-KR" altLang="en-US" smtClean="0"/>
              <a:t>어린 시절 좋아했던 아이돌</a:t>
            </a:r>
            <a:endParaRPr lang="en-US" altLang="ko-KR" smtClean="0"/>
          </a:p>
          <a:p>
            <a:r>
              <a:rPr lang="ko-KR" altLang="en-US" smtClean="0"/>
              <a:t>이 계기가 관객에게 잘 와닿지 않는다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부산행</a:t>
            </a:r>
            <a:r>
              <a:rPr lang="en-US" altLang="ko-KR" smtClean="0"/>
              <a:t>] - Before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굉장히 이기적인 주인공</a:t>
            </a:r>
            <a:r>
              <a:rPr lang="en-US" altLang="ko-KR" smtClean="0"/>
              <a:t>. </a:t>
            </a:r>
            <a:r>
              <a:rPr lang="ko-KR" altLang="en-US" smtClean="0"/>
              <a:t>사회적으로는 인정받고 성공한 투자자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but </a:t>
            </a:r>
            <a:r>
              <a:rPr lang="ko-KR" altLang="en-US" smtClean="0"/>
              <a:t>결혼 생활은 실패</a:t>
            </a:r>
            <a:r>
              <a:rPr lang="en-US" altLang="ko-KR" smtClean="0"/>
              <a:t>.(</a:t>
            </a:r>
            <a:r>
              <a:rPr lang="ko-KR" altLang="en-US" smtClean="0"/>
              <a:t>이혼</a:t>
            </a:r>
            <a:r>
              <a:rPr lang="en-US" altLang="ko-KR" smtClean="0"/>
              <a:t>) </a:t>
            </a:r>
            <a:r>
              <a:rPr lang="ko-KR" altLang="en-US" smtClean="0"/>
              <a:t>딸 하나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딸이 엄마를 만나러 부산에 가고 싶다고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부산행 기차를 타게 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의문의 여자가 </a:t>
            </a:r>
            <a:r>
              <a:rPr lang="en-US" altLang="ko-KR" smtClean="0"/>
              <a:t>(</a:t>
            </a:r>
            <a:r>
              <a:rPr lang="ko-KR" altLang="en-US" smtClean="0"/>
              <a:t>좀비</a:t>
            </a:r>
            <a:r>
              <a:rPr lang="en-US" altLang="ko-KR" smtClean="0"/>
              <a:t>?) </a:t>
            </a:r>
            <a:r>
              <a:rPr lang="ko-KR" altLang="en-US" smtClean="0"/>
              <a:t>그 기차에 타게 됨</a:t>
            </a:r>
            <a:endParaRPr lang="en-US" altLang="ko-KR" smtClean="0"/>
          </a:p>
          <a:p>
            <a:r>
              <a:rPr lang="ko-KR" altLang="en-US" smtClean="0"/>
              <a:t>위기의 순간</a:t>
            </a:r>
            <a:r>
              <a:rPr lang="en-US" altLang="ko-KR" smtClean="0"/>
              <a:t>, </a:t>
            </a:r>
            <a:r>
              <a:rPr lang="ko-KR" altLang="en-US" smtClean="0"/>
              <a:t>자신을 도와준 사람과 임산부를 버리는 선택을 한다</a:t>
            </a:r>
            <a:r>
              <a:rPr lang="en-US" altLang="ko-KR" smtClean="0"/>
              <a:t>. =&gt; </a:t>
            </a:r>
            <a:r>
              <a:rPr lang="ko-KR" altLang="en-US" smtClean="0"/>
              <a:t>이기적인 주인공</a:t>
            </a:r>
            <a:endParaRPr lang="en-US" altLang="ko-KR" smtClean="0"/>
          </a:p>
          <a:p>
            <a:r>
              <a:rPr lang="ko-KR" altLang="en-US" smtClean="0"/>
              <a:t>딸에게도 이기적인 마음을 강요한다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178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부산행</a:t>
            </a:r>
            <a:r>
              <a:rPr lang="en-US" altLang="ko-KR" smtClean="0"/>
              <a:t>] - After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자신이 버린 임산부와 </a:t>
            </a:r>
            <a:r>
              <a:rPr lang="ko-KR" altLang="en-US"/>
              <a:t>자신을 도와준 </a:t>
            </a:r>
            <a:r>
              <a:rPr lang="ko-KR" altLang="en-US" smtClean="0"/>
              <a:t>사람이 자기 딸을 구하는 모습</a:t>
            </a:r>
            <a:r>
              <a:rPr lang="en-US" altLang="ko-KR" smtClean="0"/>
              <a:t>, </a:t>
            </a:r>
            <a:r>
              <a:rPr lang="ko-KR" altLang="en-US" smtClean="0"/>
              <a:t>자신을 버리지 않는 상황</a:t>
            </a:r>
            <a:r>
              <a:rPr lang="en-US" altLang="ko-KR" smtClean="0"/>
              <a:t>, </a:t>
            </a:r>
            <a:r>
              <a:rPr lang="ko-KR" altLang="en-US" smtClean="0"/>
              <a:t>그런 과정에서 점점 마음이 바뀌어간다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다른 사람들을 구하기 시작</a:t>
            </a:r>
            <a:endParaRPr lang="en-US" altLang="ko-KR" smtClean="0"/>
          </a:p>
          <a:p>
            <a:r>
              <a:rPr lang="ko-KR" altLang="en-US" smtClean="0"/>
              <a:t>위험을 이기적으로 피하지 않고</a:t>
            </a:r>
            <a:r>
              <a:rPr lang="en-US" altLang="ko-KR" smtClean="0"/>
              <a:t>, </a:t>
            </a:r>
            <a:r>
              <a:rPr lang="ko-KR" altLang="en-US" smtClean="0"/>
              <a:t>정면으로 맞서기 시작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이기적인 인간 </a:t>
            </a:r>
            <a:r>
              <a:rPr lang="en-US" altLang="ko-KR" smtClean="0"/>
              <a:t>-&gt; </a:t>
            </a:r>
            <a:r>
              <a:rPr lang="ko-KR" altLang="en-US" smtClean="0"/>
              <a:t>이타적인 인간으로 바뀌는 플롯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6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6" y="556811"/>
            <a:ext cx="922148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1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(13) </a:t>
            </a:r>
            <a:r>
              <a:rPr lang="ko-KR" altLang="en-US" smtClean="0"/>
              <a:t>성숙의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변모는 짧은 호흡</a:t>
            </a:r>
            <a:r>
              <a:rPr lang="en-US" altLang="ko-KR" smtClean="0"/>
              <a:t>/</a:t>
            </a:r>
            <a:r>
              <a:rPr lang="ko-KR" altLang="en-US" smtClean="0"/>
              <a:t>시간</a:t>
            </a:r>
            <a:r>
              <a:rPr lang="en-US" altLang="ko-KR" smtClean="0"/>
              <a:t>/</a:t>
            </a:r>
            <a:r>
              <a:rPr lang="ko-KR" altLang="en-US" smtClean="0"/>
              <a:t>기간으로 주인공의 </a:t>
            </a:r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를 보여준다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성숙의 플롯</a:t>
            </a:r>
            <a:r>
              <a:rPr lang="ko-KR" altLang="en-US" smtClean="0"/>
              <a:t>은 긴 호흡</a:t>
            </a:r>
            <a:endParaRPr lang="en-US" altLang="ko-KR" smtClean="0"/>
          </a:p>
          <a:p>
            <a:r>
              <a:rPr lang="ko-KR" altLang="en-US" smtClean="0"/>
              <a:t>인생의 지침을 제시</a:t>
            </a:r>
            <a:r>
              <a:rPr lang="en-US" altLang="ko-KR" smtClean="0"/>
              <a:t>. </a:t>
            </a:r>
            <a:r>
              <a:rPr lang="ko-KR" altLang="en-US" smtClean="0"/>
              <a:t>인생의 방향성을 제시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한 사람의 일대기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적어도 수십년의 이야기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1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포레스트검프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IQ 80, </a:t>
            </a:r>
            <a:r>
              <a:rPr lang="ko-KR" altLang="en-US" smtClean="0"/>
              <a:t>척추에 문제가 있어 어린 시절 다리 교정기 사용</a:t>
            </a:r>
            <a:endParaRPr lang="en-US" altLang="ko-KR" smtClean="0"/>
          </a:p>
          <a:p>
            <a:r>
              <a:rPr lang="ko-KR" altLang="en-US" smtClean="0"/>
              <a:t>주변 사람들에게 바보 취급 받음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달리기 재능 발견 </a:t>
            </a:r>
            <a:r>
              <a:rPr lang="en-US" altLang="ko-KR" smtClean="0"/>
              <a:t>-&gt; </a:t>
            </a:r>
            <a:r>
              <a:rPr lang="ko-KR" altLang="en-US" smtClean="0"/>
              <a:t>미식 축구 팀 </a:t>
            </a:r>
            <a:r>
              <a:rPr lang="en-US" altLang="ko-KR" smtClean="0"/>
              <a:t>+ </a:t>
            </a:r>
            <a:r>
              <a:rPr lang="ko-KR" altLang="en-US" smtClean="0"/>
              <a:t>대학 입학</a:t>
            </a:r>
            <a:endParaRPr lang="en-US" altLang="ko-KR" smtClean="0"/>
          </a:p>
          <a:p>
            <a:r>
              <a:rPr lang="ko-KR" altLang="en-US" smtClean="0"/>
              <a:t>군대 </a:t>
            </a:r>
            <a:r>
              <a:rPr lang="en-US" altLang="ko-KR" smtClean="0"/>
              <a:t>-&gt; </a:t>
            </a:r>
            <a:r>
              <a:rPr lang="ko-KR" altLang="en-US" smtClean="0"/>
              <a:t>전쟁 참여 </a:t>
            </a:r>
            <a:r>
              <a:rPr lang="en-US" altLang="ko-KR" smtClean="0"/>
              <a:t>-&gt; </a:t>
            </a:r>
            <a:r>
              <a:rPr lang="ko-KR" altLang="en-US" smtClean="0"/>
              <a:t>동료들을 구하는 경험</a:t>
            </a:r>
            <a:endParaRPr lang="en-US" altLang="ko-KR" smtClean="0"/>
          </a:p>
          <a:p>
            <a:r>
              <a:rPr lang="ko-KR" altLang="en-US" smtClean="0"/>
              <a:t>제대 후 새우잡이 배로 성공</a:t>
            </a:r>
            <a:endParaRPr lang="en-US" altLang="ko-KR" smtClean="0"/>
          </a:p>
          <a:p>
            <a:r>
              <a:rPr lang="ko-KR" altLang="en-US" smtClean="0"/>
              <a:t>엄마의 죽음 </a:t>
            </a:r>
            <a:r>
              <a:rPr lang="en-US" altLang="ko-KR" smtClean="0"/>
              <a:t>-&gt; </a:t>
            </a:r>
            <a:r>
              <a:rPr lang="ko-KR" altLang="en-US" smtClean="0"/>
              <a:t>제니와의 하룻밤 </a:t>
            </a:r>
            <a:r>
              <a:rPr lang="en-US" altLang="ko-KR" smtClean="0"/>
              <a:t>-&gt; </a:t>
            </a:r>
            <a:r>
              <a:rPr lang="ko-KR" altLang="en-US" smtClean="0"/>
              <a:t>제니의 도망</a:t>
            </a:r>
            <a:endParaRPr lang="en-US" altLang="ko-KR" smtClean="0"/>
          </a:p>
          <a:p>
            <a:r>
              <a:rPr lang="ko-KR" altLang="en-US" smtClean="0"/>
              <a:t>제니의 편지</a:t>
            </a:r>
            <a:r>
              <a:rPr lang="en-US" altLang="ko-KR" smtClean="0"/>
              <a:t>/</a:t>
            </a:r>
            <a:r>
              <a:rPr lang="ko-KR" altLang="en-US" smtClean="0"/>
              <a:t>만남 </a:t>
            </a:r>
            <a:r>
              <a:rPr lang="en-US" altLang="ko-KR" smtClean="0"/>
              <a:t>-&gt; </a:t>
            </a:r>
            <a:r>
              <a:rPr lang="ko-KR" altLang="en-US" smtClean="0"/>
              <a:t>아들과의 만남 </a:t>
            </a:r>
            <a:r>
              <a:rPr lang="en-US" altLang="ko-KR" smtClean="0"/>
              <a:t>-&gt; </a:t>
            </a:r>
            <a:r>
              <a:rPr lang="ko-KR" altLang="en-US" smtClean="0"/>
              <a:t>제니의 죽음</a:t>
            </a:r>
            <a:r>
              <a:rPr lang="en-US" altLang="ko-KR" smtClean="0"/>
              <a:t>(</a:t>
            </a:r>
            <a:r>
              <a:rPr lang="ko-KR" altLang="en-US" smtClean="0"/>
              <a:t>병사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1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미국 역사 속의 </a:t>
            </a:r>
            <a:r>
              <a:rPr lang="en-US" altLang="ko-KR" smtClean="0"/>
              <a:t>[</a:t>
            </a:r>
            <a:r>
              <a:rPr lang="ko-KR" altLang="en-US" smtClean="0"/>
              <a:t>포레스트 검프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여러 미국의 유명 인물들이 영화 속에 등장</a:t>
            </a:r>
            <a:endParaRPr lang="en-US" altLang="ko-KR" smtClean="0"/>
          </a:p>
          <a:p>
            <a:r>
              <a:rPr lang="ko-KR" altLang="en-US" smtClean="0"/>
              <a:t>엘비스 프레슬리</a:t>
            </a:r>
            <a:r>
              <a:rPr lang="en-US" altLang="ko-KR" smtClean="0"/>
              <a:t>, </a:t>
            </a:r>
            <a:r>
              <a:rPr lang="ko-KR" altLang="en-US" smtClean="0"/>
              <a:t>존 </a:t>
            </a:r>
            <a:r>
              <a:rPr lang="en-US" altLang="ko-KR" smtClean="0"/>
              <a:t>f </a:t>
            </a:r>
            <a:r>
              <a:rPr lang="ko-KR" altLang="en-US" smtClean="0"/>
              <a:t>케네디 대통령</a:t>
            </a:r>
            <a:r>
              <a:rPr lang="en-US" altLang="ko-KR" smtClean="0"/>
              <a:t>, </a:t>
            </a:r>
            <a:r>
              <a:rPr lang="ko-KR" altLang="en-US" smtClean="0"/>
              <a:t>존 레논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160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918812"/>
            <a:ext cx="9173855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444</Words>
  <Application>Microsoft Office PowerPoint</Application>
  <PresentationFormat>와이드스크린</PresentationFormat>
  <Paragraphs>71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(10) 유혹의 플롯</vt:lpstr>
      <vt:lpstr>[은밀한 유혹]</vt:lpstr>
      <vt:lpstr>PowerPoint 프레젠테이션</vt:lpstr>
      <vt:lpstr>PowerPoint 프레젠테이션</vt:lpstr>
      <vt:lpstr>(11) 변신의 플롯</vt:lpstr>
      <vt:lpstr>[마스크]</vt:lpstr>
      <vt:lpstr>PowerPoint 프레젠테이션</vt:lpstr>
      <vt:lpstr>(12) 변모의 플롯</vt:lpstr>
      <vt:lpstr>[회사원]</vt:lpstr>
      <vt:lpstr>[부산행] - Before</vt:lpstr>
      <vt:lpstr>[부산행] - After</vt:lpstr>
      <vt:lpstr>PowerPoint 프레젠테이션</vt:lpstr>
      <vt:lpstr>(13) 성숙의 플롯</vt:lpstr>
      <vt:lpstr>[포레스트검프]</vt:lpstr>
      <vt:lpstr>미국 역사 속의 [포레스트 검프]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(10) 유혹의 플롯</dc:title>
  <dc:creator>FullName</dc:creator>
  <cp:lastModifiedBy>FullName</cp:lastModifiedBy>
  <cp:revision>11</cp:revision>
  <dcterms:created xsi:type="dcterms:W3CDTF">2026-03-26T04:52:25Z</dcterms:created>
  <dcterms:modified xsi:type="dcterms:W3CDTF">2026-03-27T04:56:25Z</dcterms:modified>
</cp:coreProperties>
</file>