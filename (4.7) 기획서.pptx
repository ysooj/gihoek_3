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1" r:id="rId3"/>
    <p:sldId id="264" r:id="rId4"/>
    <p:sldId id="262" r:id="rId5"/>
    <p:sldId id="270" r:id="rId6"/>
    <p:sldId id="272" r:id="rId7"/>
    <p:sldId id="27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C5B"/>
    <a:srgbClr val="7C3B81"/>
    <a:srgbClr val="9A4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8A1FA-39C5-4CA5-9E7E-29C07AD713BA}" v="41" dt="2026-04-07T08:21:29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 sldOrd">
      <pc:chgData name="musukie52@gmail.com" userId="017bd91f96aa8751" providerId="LiveId" clId="{5B2C3894-F97E-4CAB-8812-5BB4D83AAC6A}" dt="2026-04-08T02:29:40.799" v="4234" actId="22"/>
      <pc:docMkLst>
        <pc:docMk/>
      </pc:docMkLst>
      <pc:sldChg chg="new del">
        <pc:chgData name="musukie52@gmail.com" userId="017bd91f96aa8751" providerId="LiveId" clId="{5B2C3894-F97E-4CAB-8812-5BB4D83AAC6A}" dt="2026-04-07T04:56:39.208" v="2" actId="47"/>
        <pc:sldMkLst>
          <pc:docMk/>
          <pc:sldMk cId="1824299058" sldId="256"/>
        </pc:sldMkLst>
      </pc:sldChg>
      <pc:sldChg chg="modSp new mod">
        <pc:chgData name="musukie52@gmail.com" userId="017bd91f96aa8751" providerId="LiveId" clId="{5B2C3894-F97E-4CAB-8812-5BB4D83AAC6A}" dt="2026-04-07T05:06:31.877" v="563" actId="404"/>
        <pc:sldMkLst>
          <pc:docMk/>
          <pc:sldMk cId="4069274404" sldId="257"/>
        </pc:sldMkLst>
        <pc:spChg chg="mod">
          <ac:chgData name="musukie52@gmail.com" userId="017bd91f96aa8751" providerId="LiveId" clId="{5B2C3894-F97E-4CAB-8812-5BB4D83AAC6A}" dt="2026-04-07T05:06:31.877" v="563" actId="404"/>
          <ac:spMkLst>
            <pc:docMk/>
            <pc:sldMk cId="4069274404" sldId="257"/>
            <ac:spMk id="2" creationId="{A9F0D85D-00DE-9A6E-A535-9100C28592C5}"/>
          </ac:spMkLst>
        </pc:spChg>
        <pc:spChg chg="mod">
          <ac:chgData name="musukie52@gmail.com" userId="017bd91f96aa8751" providerId="LiveId" clId="{5B2C3894-F97E-4CAB-8812-5BB4D83AAC6A}" dt="2026-04-07T05:04:24.843" v="474" actId="20577"/>
          <ac:spMkLst>
            <pc:docMk/>
            <pc:sldMk cId="4069274404" sldId="257"/>
            <ac:spMk id="3" creationId="{4340B6A8-9964-106D-4D78-BEC2A581B861}"/>
          </ac:spMkLst>
        </pc:spChg>
      </pc:sldChg>
      <pc:sldChg chg="addSp delSp modSp new del mod">
        <pc:chgData name="musukie52@gmail.com" userId="017bd91f96aa8751" providerId="LiveId" clId="{5B2C3894-F97E-4CAB-8812-5BB4D83AAC6A}" dt="2026-04-07T06:18:23.215" v="883" actId="47"/>
        <pc:sldMkLst>
          <pc:docMk/>
          <pc:sldMk cId="600397851" sldId="258"/>
        </pc:sldMkLst>
        <pc:spChg chg="mod">
          <ac:chgData name="musukie52@gmail.com" userId="017bd91f96aa8751" providerId="LiveId" clId="{5B2C3894-F97E-4CAB-8812-5BB4D83AAC6A}" dt="2026-04-07T05:21:23.790" v="776" actId="12"/>
          <ac:spMkLst>
            <pc:docMk/>
            <pc:sldMk cId="600397851" sldId="258"/>
            <ac:spMk id="3" creationId="{D0AFA3C3-66AF-CC04-EB73-221C5FCCF2EF}"/>
          </ac:spMkLst>
        </pc:spChg>
        <pc:spChg chg="add del mod">
          <ac:chgData name="musukie52@gmail.com" userId="017bd91f96aa8751" providerId="LiveId" clId="{5B2C3894-F97E-4CAB-8812-5BB4D83AAC6A}" dt="2026-04-07T06:18:21.161" v="882" actId="21"/>
          <ac:spMkLst>
            <pc:docMk/>
            <pc:sldMk cId="600397851" sldId="258"/>
            <ac:spMk id="4" creationId="{BFB097B4-C35C-70C0-44E8-08DBE50680AA}"/>
          </ac:spMkLst>
        </pc:spChg>
      </pc:sldChg>
      <pc:sldChg chg="new del">
        <pc:chgData name="musukie52@gmail.com" userId="017bd91f96aa8751" providerId="LiveId" clId="{5B2C3894-F97E-4CAB-8812-5BB4D83AAC6A}" dt="2026-04-07T06:18:12.014" v="881" actId="47"/>
        <pc:sldMkLst>
          <pc:docMk/>
          <pc:sldMk cId="1577549910" sldId="259"/>
        </pc:sldMkLst>
      </pc:sldChg>
      <pc:sldChg chg="modSp add del mod">
        <pc:chgData name="musukie52@gmail.com" userId="017bd91f96aa8751" providerId="LiveId" clId="{5B2C3894-F97E-4CAB-8812-5BB4D83AAC6A}" dt="2026-04-07T06:19:03.988" v="893" actId="47"/>
        <pc:sldMkLst>
          <pc:docMk/>
          <pc:sldMk cId="1499802734" sldId="260"/>
        </pc:sldMkLst>
        <pc:spChg chg="mod">
          <ac:chgData name="musukie52@gmail.com" userId="017bd91f96aa8751" providerId="LiveId" clId="{5B2C3894-F97E-4CAB-8812-5BB4D83AAC6A}" dt="2026-04-07T05:21:08.139" v="775" actId="27636"/>
          <ac:spMkLst>
            <pc:docMk/>
            <pc:sldMk cId="1499802734" sldId="260"/>
            <ac:spMk id="3" creationId="{812B02B3-B917-31FE-247F-8B50217F9A06}"/>
          </ac:spMkLst>
        </pc:spChg>
        <pc:spChg chg="mod">
          <ac:chgData name="musukie52@gmail.com" userId="017bd91f96aa8751" providerId="LiveId" clId="{5B2C3894-F97E-4CAB-8812-5BB4D83AAC6A}" dt="2026-04-07T05:14:48.247" v="607"/>
          <ac:spMkLst>
            <pc:docMk/>
            <pc:sldMk cId="1499802734" sldId="260"/>
            <ac:spMk id="4" creationId="{F21039A9-FE86-2089-CE9A-A9E749044870}"/>
          </ac:spMkLst>
        </pc:spChg>
      </pc:sldChg>
      <pc:sldChg chg="addSp delSp modSp new mod">
        <pc:chgData name="musukie52@gmail.com" userId="017bd91f96aa8751" providerId="LiveId" clId="{5B2C3894-F97E-4CAB-8812-5BB4D83AAC6A}" dt="2026-04-07T06:18:24.350" v="884"/>
        <pc:sldMkLst>
          <pc:docMk/>
          <pc:sldMk cId="3352289676" sldId="261"/>
        </pc:sldMkLst>
        <pc:spChg chg="del">
          <ac:chgData name="musukie52@gmail.com" userId="017bd91f96aa8751" providerId="LiveId" clId="{5B2C3894-F97E-4CAB-8812-5BB4D83AAC6A}" dt="2026-04-07T05:21:30.822" v="778" actId="478"/>
          <ac:spMkLst>
            <pc:docMk/>
            <pc:sldMk cId="3352289676" sldId="261"/>
            <ac:spMk id="2" creationId="{B0965C61-702E-C05A-C83C-8565DA3A7488}"/>
          </ac:spMkLst>
        </pc:spChg>
        <pc:spChg chg="del">
          <ac:chgData name="musukie52@gmail.com" userId="017bd91f96aa8751" providerId="LiveId" clId="{5B2C3894-F97E-4CAB-8812-5BB4D83AAC6A}" dt="2026-04-07T05:21:30.822" v="778" actId="478"/>
          <ac:spMkLst>
            <pc:docMk/>
            <pc:sldMk cId="3352289676" sldId="261"/>
            <ac:spMk id="3" creationId="{7D81C256-CCF6-02BF-D38A-961FBDF98836}"/>
          </ac:spMkLst>
        </pc:spChg>
        <pc:spChg chg="add mod">
          <ac:chgData name="musukie52@gmail.com" userId="017bd91f96aa8751" providerId="LiveId" clId="{5B2C3894-F97E-4CAB-8812-5BB4D83AAC6A}" dt="2026-04-07T06:17:04.743" v="863" actId="1076"/>
          <ac:spMkLst>
            <pc:docMk/>
            <pc:sldMk cId="3352289676" sldId="261"/>
            <ac:spMk id="4" creationId="{CAADB74E-2015-DFDE-C1AF-9BD23B3BE15F}"/>
          </ac:spMkLst>
        </pc:spChg>
        <pc:spChg chg="add mod">
          <ac:chgData name="musukie52@gmail.com" userId="017bd91f96aa8751" providerId="LiveId" clId="{5B2C3894-F97E-4CAB-8812-5BB4D83AAC6A}" dt="2026-04-07T06:17:35.170" v="873" actId="1076"/>
          <ac:spMkLst>
            <pc:docMk/>
            <pc:sldMk cId="3352289676" sldId="261"/>
            <ac:spMk id="5" creationId="{F61E0317-7753-A315-9A46-9DCE2E41C00F}"/>
          </ac:spMkLst>
        </pc:spChg>
        <pc:spChg chg="add mod">
          <ac:chgData name="musukie52@gmail.com" userId="017bd91f96aa8751" providerId="LiveId" clId="{5B2C3894-F97E-4CAB-8812-5BB4D83AAC6A}" dt="2026-04-07T06:17:04.743" v="863" actId="1076"/>
          <ac:spMkLst>
            <pc:docMk/>
            <pc:sldMk cId="3352289676" sldId="261"/>
            <ac:spMk id="6" creationId="{CA87E5B1-F043-D660-8FE9-4B4109970D08}"/>
          </ac:spMkLst>
        </pc:spChg>
        <pc:spChg chg="add del mod ord">
          <ac:chgData name="musukie52@gmail.com" userId="017bd91f96aa8751" providerId="LiveId" clId="{5B2C3894-F97E-4CAB-8812-5BB4D83AAC6A}" dt="2026-04-07T06:17:35.520" v="874" actId="478"/>
          <ac:spMkLst>
            <pc:docMk/>
            <pc:sldMk cId="3352289676" sldId="261"/>
            <ac:spMk id="7" creationId="{68518FE7-555E-B523-5BAF-328D10F7BF3F}"/>
          </ac:spMkLst>
        </pc:spChg>
        <pc:spChg chg="add mod">
          <ac:chgData name="musukie52@gmail.com" userId="017bd91f96aa8751" providerId="LiveId" clId="{5B2C3894-F97E-4CAB-8812-5BB4D83AAC6A}" dt="2026-04-07T06:18:24.350" v="884"/>
          <ac:spMkLst>
            <pc:docMk/>
            <pc:sldMk cId="3352289676" sldId="261"/>
            <ac:spMk id="8" creationId="{BFB097B4-C35C-70C0-44E8-08DBE50680AA}"/>
          </ac:spMkLst>
        </pc:spChg>
      </pc:sldChg>
      <pc:sldChg chg="addSp delSp modSp add mod">
        <pc:chgData name="musukie52@gmail.com" userId="017bd91f96aa8751" providerId="LiveId" clId="{5B2C3894-F97E-4CAB-8812-5BB4D83AAC6A}" dt="2026-04-07T08:03:46.412" v="4204" actId="14100"/>
        <pc:sldMkLst>
          <pc:docMk/>
          <pc:sldMk cId="3467996113" sldId="262"/>
        </pc:sldMkLst>
        <pc:spChg chg="add mod">
          <ac:chgData name="musukie52@gmail.com" userId="017bd91f96aa8751" providerId="LiveId" clId="{5B2C3894-F97E-4CAB-8812-5BB4D83AAC6A}" dt="2026-04-07T06:18:25.480" v="885"/>
          <ac:spMkLst>
            <pc:docMk/>
            <pc:sldMk cId="3467996113" sldId="262"/>
            <ac:spMk id="2" creationId="{0BF35095-BE47-CD39-F629-CB9CE5245480}"/>
          </ac:spMkLst>
        </pc:spChg>
        <pc:spChg chg="add mod">
          <ac:chgData name="musukie52@gmail.com" userId="017bd91f96aa8751" providerId="LiveId" clId="{5B2C3894-F97E-4CAB-8812-5BB4D83AAC6A}" dt="2026-04-07T08:03:46.412" v="4204" actId="14100"/>
          <ac:spMkLst>
            <pc:docMk/>
            <pc:sldMk cId="3467996113" sldId="262"/>
            <ac:spMk id="3" creationId="{DD83226E-C3CA-58C1-CC94-87ECCABF4E4B}"/>
          </ac:spMkLst>
        </pc:spChg>
        <pc:spChg chg="del mod">
          <ac:chgData name="musukie52@gmail.com" userId="017bd91f96aa8751" providerId="LiveId" clId="{5B2C3894-F97E-4CAB-8812-5BB4D83AAC6A}" dt="2026-04-07T06:20:09.875" v="937" actId="478"/>
          <ac:spMkLst>
            <pc:docMk/>
            <pc:sldMk cId="3467996113" sldId="262"/>
            <ac:spMk id="5" creationId="{61DA8808-1A93-01EA-41A2-CF37D5ACD4C6}"/>
          </ac:spMkLst>
        </pc:spChg>
        <pc:spChg chg="mod">
          <ac:chgData name="musukie52@gmail.com" userId="017bd91f96aa8751" providerId="LiveId" clId="{5B2C3894-F97E-4CAB-8812-5BB4D83AAC6A}" dt="2026-04-07T06:17:49.773" v="879" actId="1076"/>
          <ac:spMkLst>
            <pc:docMk/>
            <pc:sldMk cId="3467996113" sldId="262"/>
            <ac:spMk id="6" creationId="{0C1BBB87-FF21-7A8D-8E80-BA7D6F1AD8CD}"/>
          </ac:spMkLst>
        </pc:spChg>
        <pc:spChg chg="del">
          <ac:chgData name="musukie52@gmail.com" userId="017bd91f96aa8751" providerId="LiveId" clId="{5B2C3894-F97E-4CAB-8812-5BB4D83AAC6A}" dt="2026-04-07T06:17:39.652" v="876" actId="478"/>
          <ac:spMkLst>
            <pc:docMk/>
            <pc:sldMk cId="3467996113" sldId="262"/>
            <ac:spMk id="7" creationId="{ED727A7F-029B-E28F-9275-D21721C7D846}"/>
          </ac:spMkLst>
        </pc:spChg>
      </pc:sldChg>
      <pc:sldChg chg="addSp delSp modSp add mod">
        <pc:chgData name="musukie52@gmail.com" userId="017bd91f96aa8751" providerId="LiveId" clId="{5B2C3894-F97E-4CAB-8812-5BB4D83AAC6A}" dt="2026-04-07T06:44:21.669" v="3654" actId="20577"/>
        <pc:sldMkLst>
          <pc:docMk/>
          <pc:sldMk cId="3335290019" sldId="263"/>
        </pc:sldMkLst>
        <pc:spChg chg="add mod">
          <ac:chgData name="musukie52@gmail.com" userId="017bd91f96aa8751" providerId="LiveId" clId="{5B2C3894-F97E-4CAB-8812-5BB4D83AAC6A}" dt="2026-04-07T06:20:21.760" v="965" actId="20577"/>
          <ac:spMkLst>
            <pc:docMk/>
            <pc:sldMk cId="3335290019" sldId="263"/>
            <ac:spMk id="2" creationId="{4AC7DA49-9A38-AD99-7543-03650BA03320}"/>
          </ac:spMkLst>
        </pc:spChg>
        <pc:spChg chg="add mod">
          <ac:chgData name="musukie52@gmail.com" userId="017bd91f96aa8751" providerId="LiveId" clId="{5B2C3894-F97E-4CAB-8812-5BB4D83AAC6A}" dt="2026-04-07T06:24:30.463" v="1461" actId="1076"/>
          <ac:spMkLst>
            <pc:docMk/>
            <pc:sldMk cId="3335290019" sldId="263"/>
            <ac:spMk id="3" creationId="{146BD8E4-844B-5D8C-2910-48B23722AA0E}"/>
          </ac:spMkLst>
        </pc:spChg>
        <pc:spChg chg="mod">
          <ac:chgData name="musukie52@gmail.com" userId="017bd91f96aa8751" providerId="LiveId" clId="{5B2C3894-F97E-4CAB-8812-5BB4D83AAC6A}" dt="2026-04-07T06:21:03.681" v="1011" actId="20577"/>
          <ac:spMkLst>
            <pc:docMk/>
            <pc:sldMk cId="3335290019" sldId="263"/>
            <ac:spMk id="4" creationId="{58871343-58B9-D2F9-825C-C584B6B1DFE4}"/>
          </ac:spMkLst>
        </pc:spChg>
        <pc:spChg chg="del mod">
          <ac:chgData name="musukie52@gmail.com" userId="017bd91f96aa8751" providerId="LiveId" clId="{5B2C3894-F97E-4CAB-8812-5BB4D83AAC6A}" dt="2026-04-07T06:20:15.625" v="938" actId="478"/>
          <ac:spMkLst>
            <pc:docMk/>
            <pc:sldMk cId="3335290019" sldId="263"/>
            <ac:spMk id="5" creationId="{E3D95142-4FF2-EE2D-CAEF-6EA19059DAB5}"/>
          </ac:spMkLst>
        </pc:spChg>
        <pc:spChg chg="mod">
          <ac:chgData name="musukie52@gmail.com" userId="017bd91f96aa8751" providerId="LiveId" clId="{5B2C3894-F97E-4CAB-8812-5BB4D83AAC6A}" dt="2026-04-07T06:41:29.102" v="3559" actId="20577"/>
          <ac:spMkLst>
            <pc:docMk/>
            <pc:sldMk cId="3335290019" sldId="263"/>
            <ac:spMk id="6" creationId="{B77B17CA-DC33-64FC-1081-E8D891CA3391}"/>
          </ac:spMkLst>
        </pc:spChg>
        <pc:spChg chg="add mod">
          <ac:chgData name="musukie52@gmail.com" userId="017bd91f96aa8751" providerId="LiveId" clId="{5B2C3894-F97E-4CAB-8812-5BB4D83AAC6A}" dt="2026-04-07T06:42:03.416" v="3580" actId="20577"/>
          <ac:spMkLst>
            <pc:docMk/>
            <pc:sldMk cId="3335290019" sldId="263"/>
            <ac:spMk id="7" creationId="{4B219FE4-94BE-ECD6-095E-5A9B538DE8F2}"/>
          </ac:spMkLst>
        </pc:spChg>
        <pc:spChg chg="add mod">
          <ac:chgData name="musukie52@gmail.com" userId="017bd91f96aa8751" providerId="LiveId" clId="{5B2C3894-F97E-4CAB-8812-5BB4D83AAC6A}" dt="2026-04-07T06:26:46.668" v="1490" actId="20577"/>
          <ac:spMkLst>
            <pc:docMk/>
            <pc:sldMk cId="3335290019" sldId="263"/>
            <ac:spMk id="8" creationId="{694E7E32-BBA8-D6F1-F9C5-C98C871F8827}"/>
          </ac:spMkLst>
        </pc:spChg>
        <pc:spChg chg="add mod">
          <ac:chgData name="musukie52@gmail.com" userId="017bd91f96aa8751" providerId="LiveId" clId="{5B2C3894-F97E-4CAB-8812-5BB4D83AAC6A}" dt="2026-04-07T06:43:08.573" v="3633" actId="20577"/>
          <ac:spMkLst>
            <pc:docMk/>
            <pc:sldMk cId="3335290019" sldId="263"/>
            <ac:spMk id="9" creationId="{65FB9DF3-10D5-FAE8-0CC5-C1B48F900F64}"/>
          </ac:spMkLst>
        </pc:spChg>
        <pc:spChg chg="add mod">
          <ac:chgData name="musukie52@gmail.com" userId="017bd91f96aa8751" providerId="LiveId" clId="{5B2C3894-F97E-4CAB-8812-5BB4D83AAC6A}" dt="2026-04-07T06:27:55.416" v="1677" actId="20577"/>
          <ac:spMkLst>
            <pc:docMk/>
            <pc:sldMk cId="3335290019" sldId="263"/>
            <ac:spMk id="10" creationId="{F8630DB8-C7FC-3434-F094-B1DB54A37D7F}"/>
          </ac:spMkLst>
        </pc:spChg>
        <pc:spChg chg="add mod">
          <ac:chgData name="musukie52@gmail.com" userId="017bd91f96aa8751" providerId="LiveId" clId="{5B2C3894-F97E-4CAB-8812-5BB4D83AAC6A}" dt="2026-04-07T06:43:39.089" v="3634" actId="20577"/>
          <ac:spMkLst>
            <pc:docMk/>
            <pc:sldMk cId="3335290019" sldId="263"/>
            <ac:spMk id="11" creationId="{239F6B74-06E5-81DE-4DAA-305FE7FD33A5}"/>
          </ac:spMkLst>
        </pc:spChg>
        <pc:spChg chg="add mod">
          <ac:chgData name="musukie52@gmail.com" userId="017bd91f96aa8751" providerId="LiveId" clId="{5B2C3894-F97E-4CAB-8812-5BB4D83AAC6A}" dt="2026-04-07T06:28:52.042" v="1855" actId="20577"/>
          <ac:spMkLst>
            <pc:docMk/>
            <pc:sldMk cId="3335290019" sldId="263"/>
            <ac:spMk id="12" creationId="{B13C7926-D660-0EA9-2C6D-BE35A15D03B5}"/>
          </ac:spMkLst>
        </pc:spChg>
        <pc:spChg chg="add mod">
          <ac:chgData name="musukie52@gmail.com" userId="017bd91f96aa8751" providerId="LiveId" clId="{5B2C3894-F97E-4CAB-8812-5BB4D83AAC6A}" dt="2026-04-07T06:44:21.669" v="3654" actId="20577"/>
          <ac:spMkLst>
            <pc:docMk/>
            <pc:sldMk cId="3335290019" sldId="263"/>
            <ac:spMk id="13" creationId="{30125C0F-36AB-3BF9-3857-10FC2747BBE3}"/>
          </ac:spMkLst>
        </pc:spChg>
        <pc:spChg chg="add mod">
          <ac:chgData name="musukie52@gmail.com" userId="017bd91f96aa8751" providerId="LiveId" clId="{5B2C3894-F97E-4CAB-8812-5BB4D83AAC6A}" dt="2026-04-07T06:24:27.869" v="1459"/>
          <ac:spMkLst>
            <pc:docMk/>
            <pc:sldMk cId="3335290019" sldId="263"/>
            <ac:spMk id="14" creationId="{7CD756C7-0065-E74C-F9D3-EF1F84C87195}"/>
          </ac:spMkLst>
        </pc:spChg>
        <pc:spChg chg="add mod">
          <ac:chgData name="musukie52@gmail.com" userId="017bd91f96aa8751" providerId="LiveId" clId="{5B2C3894-F97E-4CAB-8812-5BB4D83AAC6A}" dt="2026-04-07T06:24:27.869" v="1459"/>
          <ac:spMkLst>
            <pc:docMk/>
            <pc:sldMk cId="3335290019" sldId="263"/>
            <ac:spMk id="15" creationId="{104D6E29-FFF7-5B91-9F5F-35A467D1CE24}"/>
          </ac:spMkLst>
        </pc:spChg>
        <pc:spChg chg="add mod">
          <ac:chgData name="musukie52@gmail.com" userId="017bd91f96aa8751" providerId="LiveId" clId="{5B2C3894-F97E-4CAB-8812-5BB4D83AAC6A}" dt="2026-04-07T06:29:50.801" v="2034" actId="20577"/>
          <ac:spMkLst>
            <pc:docMk/>
            <pc:sldMk cId="3335290019" sldId="263"/>
            <ac:spMk id="16" creationId="{7DC96106-06FF-2B9A-2C80-E10A40D6A042}"/>
          </ac:spMkLst>
        </pc:spChg>
        <pc:spChg chg="add mod">
          <ac:chgData name="musukie52@gmail.com" userId="017bd91f96aa8751" providerId="LiveId" clId="{5B2C3894-F97E-4CAB-8812-5BB4D83AAC6A}" dt="2026-04-07T06:44:20.337" v="3653" actId="20577"/>
          <ac:spMkLst>
            <pc:docMk/>
            <pc:sldMk cId="3335290019" sldId="263"/>
            <ac:spMk id="17" creationId="{89346F67-218E-BFAB-586B-4363355922BC}"/>
          </ac:spMkLst>
        </pc:spChg>
      </pc:sldChg>
      <pc:sldChg chg="addSp delSp modSp new mod ord">
        <pc:chgData name="musukie52@gmail.com" userId="017bd91f96aa8751" providerId="LiveId" clId="{5B2C3894-F97E-4CAB-8812-5BB4D83AAC6A}" dt="2026-04-07T06:50:00.606" v="4002"/>
        <pc:sldMkLst>
          <pc:docMk/>
          <pc:sldMk cId="784013904" sldId="264"/>
        </pc:sldMkLst>
        <pc:spChg chg="del">
          <ac:chgData name="musukie52@gmail.com" userId="017bd91f96aa8751" providerId="LiveId" clId="{5B2C3894-F97E-4CAB-8812-5BB4D83AAC6A}" dt="2026-04-07T06:18:41.180" v="888" actId="478"/>
          <ac:spMkLst>
            <pc:docMk/>
            <pc:sldMk cId="784013904" sldId="264"/>
            <ac:spMk id="2" creationId="{BEB4EB06-ED6C-D1E6-C0C6-6492284AE9F4}"/>
          </ac:spMkLst>
        </pc:spChg>
        <pc:spChg chg="del">
          <ac:chgData name="musukie52@gmail.com" userId="017bd91f96aa8751" providerId="LiveId" clId="{5B2C3894-F97E-4CAB-8812-5BB4D83AAC6A}" dt="2026-04-07T06:18:41.180" v="888" actId="478"/>
          <ac:spMkLst>
            <pc:docMk/>
            <pc:sldMk cId="784013904" sldId="264"/>
            <ac:spMk id="3" creationId="{7F004E3A-DA08-1D40-653E-CBA57F057370}"/>
          </ac:spMkLst>
        </pc:spChg>
        <pc:spChg chg="add mod">
          <ac:chgData name="musukie52@gmail.com" userId="017bd91f96aa8751" providerId="LiveId" clId="{5B2C3894-F97E-4CAB-8812-5BB4D83AAC6A}" dt="2026-04-07T06:18:33.956" v="887"/>
          <ac:spMkLst>
            <pc:docMk/>
            <pc:sldMk cId="784013904" sldId="264"/>
            <ac:spMk id="4" creationId="{2C59E438-06EB-B20B-130D-85B97904DCB1}"/>
          </ac:spMkLst>
        </pc:spChg>
        <pc:spChg chg="add mod">
          <ac:chgData name="musukie52@gmail.com" userId="017bd91f96aa8751" providerId="LiveId" clId="{5B2C3894-F97E-4CAB-8812-5BB4D83AAC6A}" dt="2026-04-07T06:18:41.469" v="889"/>
          <ac:spMkLst>
            <pc:docMk/>
            <pc:sldMk cId="784013904" sldId="264"/>
            <ac:spMk id="5" creationId="{E1B6CE70-439D-E6CE-3C7B-A12211E6A532}"/>
          </ac:spMkLst>
        </pc:spChg>
        <pc:spChg chg="add del mod">
          <ac:chgData name="musukie52@gmail.com" userId="017bd91f96aa8751" providerId="LiveId" clId="{5B2C3894-F97E-4CAB-8812-5BB4D83AAC6A}" dt="2026-04-07T06:20:02.968" v="934" actId="478"/>
          <ac:spMkLst>
            <pc:docMk/>
            <pc:sldMk cId="784013904" sldId="264"/>
            <ac:spMk id="6" creationId="{67A91678-B678-0A59-8FD3-AEEBF6959284}"/>
          </ac:spMkLst>
        </pc:spChg>
        <pc:spChg chg="add mod">
          <ac:chgData name="musukie52@gmail.com" userId="017bd91f96aa8751" providerId="LiveId" clId="{5B2C3894-F97E-4CAB-8812-5BB4D83AAC6A}" dt="2026-04-07T06:18:55.640" v="892" actId="2710"/>
          <ac:spMkLst>
            <pc:docMk/>
            <pc:sldMk cId="784013904" sldId="264"/>
            <ac:spMk id="7" creationId="{066780F0-DF5C-E9E7-D48A-F10C0DEE3839}"/>
          </ac:spMkLst>
        </pc:spChg>
        <pc:spChg chg="add del mod">
          <ac:chgData name="musukie52@gmail.com" userId="017bd91f96aa8751" providerId="LiveId" clId="{5B2C3894-F97E-4CAB-8812-5BB4D83AAC6A}" dt="2026-04-07T06:20:05.014" v="935" actId="478"/>
          <ac:spMkLst>
            <pc:docMk/>
            <pc:sldMk cId="784013904" sldId="264"/>
            <ac:spMk id="8" creationId="{654B2C5B-0064-3E01-48DD-A70B8124E3AC}"/>
          </ac:spMkLst>
        </pc:spChg>
      </pc:sldChg>
      <pc:sldChg chg="addSp delSp modSp add mod">
        <pc:chgData name="musukie52@gmail.com" userId="017bd91f96aa8751" providerId="LiveId" clId="{5B2C3894-F97E-4CAB-8812-5BB4D83AAC6A}" dt="2026-04-07T06:49:20.582" v="4000" actId="1076"/>
        <pc:sldMkLst>
          <pc:docMk/>
          <pc:sldMk cId="1958167432" sldId="265"/>
        </pc:sldMkLst>
        <pc:spChg chg="mod">
          <ac:chgData name="musukie52@gmail.com" userId="017bd91f96aa8751" providerId="LiveId" clId="{5B2C3894-F97E-4CAB-8812-5BB4D83AAC6A}" dt="2026-04-07T06:30:37.167" v="2188" actId="20577"/>
          <ac:spMkLst>
            <pc:docMk/>
            <pc:sldMk cId="1958167432" sldId="265"/>
            <ac:spMk id="2" creationId="{2C8F8A44-4E19-0835-A954-84D17E9C8055}"/>
          </ac:spMkLst>
        </pc:spChg>
        <pc:spChg chg="add del">
          <ac:chgData name="musukie52@gmail.com" userId="017bd91f96aa8751" providerId="LiveId" clId="{5B2C3894-F97E-4CAB-8812-5BB4D83AAC6A}" dt="2026-04-07T06:46:17.564" v="3701" actId="478"/>
          <ac:spMkLst>
            <pc:docMk/>
            <pc:sldMk cId="1958167432" sldId="265"/>
            <ac:spMk id="3" creationId="{4FFFA229-F9D5-2722-9CBD-A62AC2DDA7D6}"/>
          </ac:spMkLst>
        </pc:spChg>
        <pc:spChg chg="mod">
          <ac:chgData name="musukie52@gmail.com" userId="017bd91f96aa8751" providerId="LiveId" clId="{5B2C3894-F97E-4CAB-8812-5BB4D83AAC6A}" dt="2026-04-07T06:30:41.185" v="2201" actId="20577"/>
          <ac:spMkLst>
            <pc:docMk/>
            <pc:sldMk cId="1958167432" sldId="265"/>
            <ac:spMk id="4" creationId="{CEB45F61-20FE-6203-B46B-17C565B55CA2}"/>
          </ac:spMkLst>
        </pc:spChg>
        <pc:spChg chg="add mod">
          <ac:chgData name="musukie52@gmail.com" userId="017bd91f96aa8751" providerId="LiveId" clId="{5B2C3894-F97E-4CAB-8812-5BB4D83AAC6A}" dt="2026-04-07T06:45:43.943" v="3690"/>
          <ac:spMkLst>
            <pc:docMk/>
            <pc:sldMk cId="1958167432" sldId="265"/>
            <ac:spMk id="5" creationId="{EBE3E813-44F8-4300-33B4-07C02406AD86}"/>
          </ac:spMkLst>
        </pc:spChg>
        <pc:spChg chg="mod">
          <ac:chgData name="musukie52@gmail.com" userId="017bd91f96aa8751" providerId="LiveId" clId="{5B2C3894-F97E-4CAB-8812-5BB4D83AAC6A}" dt="2026-04-07T06:45:05.619" v="3680" actId="20577"/>
          <ac:spMkLst>
            <pc:docMk/>
            <pc:sldMk cId="1958167432" sldId="265"/>
            <ac:spMk id="6" creationId="{9EEC6482-D877-21DA-938F-520C12AC4E3E}"/>
          </ac:spMkLst>
        </pc:spChg>
        <pc:spChg chg="add del">
          <ac:chgData name="musukie52@gmail.com" userId="017bd91f96aa8751" providerId="LiveId" clId="{5B2C3894-F97E-4CAB-8812-5BB4D83AAC6A}" dt="2026-04-07T06:46:17.564" v="3701" actId="478"/>
          <ac:spMkLst>
            <pc:docMk/>
            <pc:sldMk cId="1958167432" sldId="265"/>
            <ac:spMk id="7" creationId="{04DA348A-7EE3-4504-D39D-62DF2A273E0E}"/>
          </ac:spMkLst>
        </pc:spChg>
        <pc:spChg chg="add del mod">
          <ac:chgData name="musukie52@gmail.com" userId="017bd91f96aa8751" providerId="LiveId" clId="{5B2C3894-F97E-4CAB-8812-5BB4D83AAC6A}" dt="2026-04-07T06:46:13.441" v="3700" actId="1076"/>
          <ac:spMkLst>
            <pc:docMk/>
            <pc:sldMk cId="1958167432" sldId="265"/>
            <ac:spMk id="8" creationId="{EBE3E813-44F8-4300-33B4-07C02406AD86}"/>
          </ac:spMkLst>
        </pc:spChg>
        <pc:spChg chg="add del mod">
          <ac:chgData name="musukie52@gmail.com" userId="017bd91f96aa8751" providerId="LiveId" clId="{5B2C3894-F97E-4CAB-8812-5BB4D83AAC6A}" dt="2026-04-07T06:46:51.986" v="3754" actId="20577"/>
          <ac:spMkLst>
            <pc:docMk/>
            <pc:sldMk cId="1958167432" sldId="265"/>
            <ac:spMk id="9" creationId="{A4CB4E8B-9655-CD1A-32C8-AF8DD858C072}"/>
          </ac:spMkLst>
        </pc:spChg>
        <pc:spChg chg="del">
          <ac:chgData name="musukie52@gmail.com" userId="017bd91f96aa8751" providerId="LiveId" clId="{5B2C3894-F97E-4CAB-8812-5BB4D83AAC6A}" dt="2026-04-07T06:32:37.458" v="2587" actId="478"/>
          <ac:spMkLst>
            <pc:docMk/>
            <pc:sldMk cId="1958167432" sldId="265"/>
            <ac:spMk id="10" creationId="{5AC41480-29C0-D455-D69E-08857472FEEC}"/>
          </ac:spMkLst>
        </pc:spChg>
        <pc:spChg chg="mod">
          <ac:chgData name="musukie52@gmail.com" userId="017bd91f96aa8751" providerId="LiveId" clId="{5B2C3894-F97E-4CAB-8812-5BB4D83AAC6A}" dt="2026-04-07T06:49:20.582" v="4000" actId="1076"/>
          <ac:spMkLst>
            <pc:docMk/>
            <pc:sldMk cId="1958167432" sldId="265"/>
            <ac:spMk id="11" creationId="{49515B72-4FEF-9470-FF61-14A865472CB3}"/>
          </ac:spMkLst>
        </pc:spChg>
        <pc:spChg chg="del">
          <ac:chgData name="musukie52@gmail.com" userId="017bd91f96aa8751" providerId="LiveId" clId="{5B2C3894-F97E-4CAB-8812-5BB4D83AAC6A}" dt="2026-04-07T06:33:37.093" v="2793" actId="478"/>
          <ac:spMkLst>
            <pc:docMk/>
            <pc:sldMk cId="1958167432" sldId="265"/>
            <ac:spMk id="12" creationId="{B198586D-1781-8FDD-FAF6-27EB5A4AFD58}"/>
          </ac:spMkLst>
        </pc:spChg>
        <pc:spChg chg="mod">
          <ac:chgData name="musukie52@gmail.com" userId="017bd91f96aa8751" providerId="LiveId" clId="{5B2C3894-F97E-4CAB-8812-5BB4D83AAC6A}" dt="2026-04-07T06:48:55.105" v="3999" actId="20577"/>
          <ac:spMkLst>
            <pc:docMk/>
            <pc:sldMk cId="1958167432" sldId="265"/>
            <ac:spMk id="13" creationId="{6722BE7C-D321-EE07-873B-881A054240B2}"/>
          </ac:spMkLst>
        </pc:spChg>
        <pc:spChg chg="add mod">
          <ac:chgData name="musukie52@gmail.com" userId="017bd91f96aa8751" providerId="LiveId" clId="{5B2C3894-F97E-4CAB-8812-5BB4D83AAC6A}" dt="2026-04-07T06:45:54.339" v="3694"/>
          <ac:spMkLst>
            <pc:docMk/>
            <pc:sldMk cId="1958167432" sldId="265"/>
            <ac:spMk id="14" creationId="{A4CB4E8B-9655-CD1A-32C8-AF8DD858C072}"/>
          </ac:spMkLst>
        </pc:spChg>
        <pc:spChg chg="del">
          <ac:chgData name="musukie52@gmail.com" userId="017bd91f96aa8751" providerId="LiveId" clId="{5B2C3894-F97E-4CAB-8812-5BB4D83AAC6A}" dt="2026-04-07T06:33:41.799" v="2795" actId="478"/>
          <ac:spMkLst>
            <pc:docMk/>
            <pc:sldMk cId="1958167432" sldId="265"/>
            <ac:spMk id="16" creationId="{DA3984B6-3EAF-862D-371D-0ACB83A4202E}"/>
          </ac:spMkLst>
        </pc:spChg>
        <pc:spChg chg="del mod">
          <ac:chgData name="musukie52@gmail.com" userId="017bd91f96aa8751" providerId="LiveId" clId="{5B2C3894-F97E-4CAB-8812-5BB4D83AAC6A}" dt="2026-04-07T06:37:50.632" v="3362" actId="478"/>
          <ac:spMkLst>
            <pc:docMk/>
            <pc:sldMk cId="1958167432" sldId="265"/>
            <ac:spMk id="17" creationId="{B12AD9B4-A51F-4E69-6123-E17B58C55436}"/>
          </ac:spMkLst>
        </pc:spChg>
      </pc:sldChg>
      <pc:sldChg chg="new del">
        <pc:chgData name="musukie52@gmail.com" userId="017bd91f96aa8751" providerId="LiveId" clId="{5B2C3894-F97E-4CAB-8812-5BB4D83AAC6A}" dt="2026-04-07T06:30:26.398" v="2179" actId="47"/>
        <pc:sldMkLst>
          <pc:docMk/>
          <pc:sldMk cId="4162280882" sldId="265"/>
        </pc:sldMkLst>
      </pc:sldChg>
      <pc:sldChg chg="addSp delSp modSp new mod">
        <pc:chgData name="musukie52@gmail.com" userId="017bd91f96aa8751" providerId="LiveId" clId="{5B2C3894-F97E-4CAB-8812-5BB4D83AAC6A}" dt="2026-04-08T02:29:12.183" v="4228" actId="22"/>
        <pc:sldMkLst>
          <pc:docMk/>
          <pc:sldMk cId="3530151398" sldId="266"/>
        </pc:sldMkLst>
        <pc:spChg chg="del">
          <ac:chgData name="musukie52@gmail.com" userId="017bd91f96aa8751" providerId="LiveId" clId="{5B2C3894-F97E-4CAB-8812-5BB4D83AAC6A}" dt="2026-04-07T06:50:15.360" v="4004" actId="478"/>
          <ac:spMkLst>
            <pc:docMk/>
            <pc:sldMk cId="3530151398" sldId="266"/>
            <ac:spMk id="2" creationId="{A637057E-9738-FFF0-8954-314DDDAB90CD}"/>
          </ac:spMkLst>
        </pc:spChg>
        <pc:spChg chg="del">
          <ac:chgData name="musukie52@gmail.com" userId="017bd91f96aa8751" providerId="LiveId" clId="{5B2C3894-F97E-4CAB-8812-5BB4D83AAC6A}" dt="2026-04-07T06:50:15.360" v="4004" actId="478"/>
          <ac:spMkLst>
            <pc:docMk/>
            <pc:sldMk cId="3530151398" sldId="266"/>
            <ac:spMk id="3" creationId="{C3441CCA-7901-DDC7-82CD-56010CFA58A2}"/>
          </ac:spMkLst>
        </pc:spChg>
        <pc:spChg chg="add mod">
          <ac:chgData name="musukie52@gmail.com" userId="017bd91f96aa8751" providerId="LiveId" clId="{5B2C3894-F97E-4CAB-8812-5BB4D83AAC6A}" dt="2026-04-07T06:50:24.492" v="4040" actId="20577"/>
          <ac:spMkLst>
            <pc:docMk/>
            <pc:sldMk cId="3530151398" sldId="266"/>
            <ac:spMk id="4" creationId="{E3C49264-198A-B524-7B14-3C9562D61B41}"/>
          </ac:spMkLst>
        </pc:spChg>
        <pc:spChg chg="add mod">
          <ac:chgData name="musukie52@gmail.com" userId="017bd91f96aa8751" providerId="LiveId" clId="{5B2C3894-F97E-4CAB-8812-5BB4D83AAC6A}" dt="2026-04-07T08:21:37.359" v="4227" actId="20577"/>
          <ac:spMkLst>
            <pc:docMk/>
            <pc:sldMk cId="3530151398" sldId="266"/>
            <ac:spMk id="5" creationId="{10BFF803-E6D2-79E1-F9E3-4E1E6803B07C}"/>
          </ac:spMkLst>
        </pc:spChg>
        <pc:picChg chg="add">
          <ac:chgData name="musukie52@gmail.com" userId="017bd91f96aa8751" providerId="LiveId" clId="{5B2C3894-F97E-4CAB-8812-5BB4D83AAC6A}" dt="2026-04-08T02:29:12.183" v="4228" actId="22"/>
          <ac:picMkLst>
            <pc:docMk/>
            <pc:sldMk cId="3530151398" sldId="266"/>
            <ac:picMk id="11" creationId="{619785C9-0E51-1F1A-436B-AA6EB7043AFB}"/>
          </ac:picMkLst>
        </pc:picChg>
      </pc:sldChg>
      <pc:sldChg chg="addSp new mod">
        <pc:chgData name="musukie52@gmail.com" userId="017bd91f96aa8751" providerId="LiveId" clId="{5B2C3894-F97E-4CAB-8812-5BB4D83AAC6A}" dt="2026-04-08T02:29:24.853" v="4230" actId="22"/>
        <pc:sldMkLst>
          <pc:docMk/>
          <pc:sldMk cId="3091937529" sldId="267"/>
        </pc:sldMkLst>
        <pc:picChg chg="add">
          <ac:chgData name="musukie52@gmail.com" userId="017bd91f96aa8751" providerId="LiveId" clId="{5B2C3894-F97E-4CAB-8812-5BB4D83AAC6A}" dt="2026-04-08T02:29:24.853" v="4230" actId="22"/>
          <ac:picMkLst>
            <pc:docMk/>
            <pc:sldMk cId="3091937529" sldId="267"/>
            <ac:picMk id="5" creationId="{F23E6B46-F4CC-6453-0155-9F4D9C6EA56E}"/>
          </ac:picMkLst>
        </pc:picChg>
      </pc:sldChg>
      <pc:sldChg chg="addSp new mod">
        <pc:chgData name="musukie52@gmail.com" userId="017bd91f96aa8751" providerId="LiveId" clId="{5B2C3894-F97E-4CAB-8812-5BB4D83AAC6A}" dt="2026-04-08T02:29:32.667" v="4232" actId="22"/>
        <pc:sldMkLst>
          <pc:docMk/>
          <pc:sldMk cId="1559015163" sldId="268"/>
        </pc:sldMkLst>
        <pc:picChg chg="add">
          <ac:chgData name="musukie52@gmail.com" userId="017bd91f96aa8751" providerId="LiveId" clId="{5B2C3894-F97E-4CAB-8812-5BB4D83AAC6A}" dt="2026-04-08T02:29:32.667" v="4232" actId="22"/>
          <ac:picMkLst>
            <pc:docMk/>
            <pc:sldMk cId="1559015163" sldId="268"/>
            <ac:picMk id="5" creationId="{1396DAF4-6C60-26CA-B806-FB7199481FCB}"/>
          </ac:picMkLst>
        </pc:picChg>
      </pc:sldChg>
      <pc:sldChg chg="addSp new mod">
        <pc:chgData name="musukie52@gmail.com" userId="017bd91f96aa8751" providerId="LiveId" clId="{5B2C3894-F97E-4CAB-8812-5BB4D83AAC6A}" dt="2026-04-08T02:29:40.799" v="4234" actId="22"/>
        <pc:sldMkLst>
          <pc:docMk/>
          <pc:sldMk cId="3632794945" sldId="269"/>
        </pc:sldMkLst>
        <pc:picChg chg="add">
          <ac:chgData name="musukie52@gmail.com" userId="017bd91f96aa8751" providerId="LiveId" clId="{5B2C3894-F97E-4CAB-8812-5BB4D83AAC6A}" dt="2026-04-08T02:29:40.799" v="4234" actId="22"/>
          <ac:picMkLst>
            <pc:docMk/>
            <pc:sldMk cId="3632794945" sldId="269"/>
            <ac:picMk id="5" creationId="{0D8D9ACF-3186-08E0-C03A-C5306824F7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4FE2B-AFAC-4AFA-8190-656DACAB30C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53EA3-EFF9-4027-9023-886AB684B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03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8B48B-5F30-4934-9677-39BE819839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69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244F8-1378-D3FE-1D5E-9318D892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F304CE-AD12-820D-9D7C-E691BEF89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74EF0-8561-C04D-D616-4079AB51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34208-AE92-789A-5F1A-F266113F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28D8D-2AF8-FBE3-2F10-146CB934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55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8FFAE-F89C-DBEC-690F-C1BDF27C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8CC3C-A829-B6DA-DB4A-DD8B7E5AE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5B79F-D30E-9E45-83C5-3C82904B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54D37-ABEA-82BF-863D-0FE6546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CF5ED-D8D3-1F4E-ACAB-298A74FC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2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A59C2-3C6D-F045-A0A6-70850F01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EC2A1-1891-9A9E-DD31-05A1E86A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6E1DE-8022-989C-9679-346D4819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2BDF1-DBB4-C610-DC56-76531B54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0E891-6BE1-052B-4A86-2B1F566C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B238B-44AF-5DBA-35A6-9A39D9BF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1B1C5-C59A-80CF-00C4-79D7C78C4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D23EB1-8112-5C61-91C4-8B83BC13E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B59F2-C932-E5A3-EE50-EBF5E965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75CB4-50BD-8FC1-9AC7-F7DAB4F6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195F6-6F71-7F8E-06C3-C367A7F9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2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7C89D-77F6-AA12-050B-F4E0B5B9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E7486-4FA2-8935-B634-28C266F8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1770D4-9366-CE45-1800-B499885B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DC6BD9-95B6-5150-F5B2-F90608CDB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52B9C3-9888-121A-9F65-36EE511F6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9CF271-CB3D-DDC2-E2C0-9911D91B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8019EF-62C9-13E3-A3F4-EF59C2D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5B72F1-11A1-2ACF-05A3-9AF21F9C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2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D5984-0E4C-900A-D872-9E98B08A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4389AD-F69C-3F36-C248-943E3EA3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BC7873-E423-02FD-3417-6BCB7120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AC17B6-0458-071E-B95F-8C3499E6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009C64-80B0-3A8F-8947-2126ADEC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4F67E8-D77C-27AA-86B3-11460680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78DEB-7B66-8C38-3B39-ECB9AAD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7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A8731-8181-0B7F-67A6-C0040E39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A14DF-AD37-CFB4-029A-92BF2DE4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4DDCC-2012-F009-80B9-27B0FB228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E537AD-AFE0-3E1D-8B42-A0FC6E3C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F4148C-2FCF-B464-703D-A7F5BC9D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8EE6EF-75C3-E60C-79A8-2F3E5082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76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BF58E-1B4C-F362-132F-5ACD44FE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92DDD4-D653-B9D9-353A-6F41038EE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EDC9-2A9A-B6BE-FE80-617A0645E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EE6CD-C812-9D0D-0A40-E77D43D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4C07E-04E5-85CC-9F49-BD9F2A3B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03351-421F-FA05-DB50-C4C583E6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30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7196-3B13-48F2-E6AA-E665217F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779A1-58FB-586D-A66F-F685EB4CE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F5093-BDF6-4A43-C58A-0E51103D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65E8-7828-4B24-6AFD-9F63723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7CB96-4CDA-176E-3451-D5A4EA07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8962AF-A7DB-C172-2812-E7EF1B6C1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3B366-287B-5C47-0A95-35078B9E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78B54-7816-1898-524B-0012B4B0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8B57F-1F09-F183-00C3-9C7F00E4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DA3BC-8603-3207-427D-34DB25A9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66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5CF226-B35C-12DB-E444-0C4B7CCB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F8D96D-76D1-BB75-C9F0-DB518BB4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5D32-ACDC-FC47-07F0-7C6E68ACD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1B8391-898F-2B75-1E91-3478111B3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43CFC-E463-6BBC-260D-F219A779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3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14.wdp"/><Relationship Id="rId3" Type="http://schemas.microsoft.com/office/2007/relationships/hdphoto" Target="../media/hdphoto9.wdp"/><Relationship Id="rId7" Type="http://schemas.microsoft.com/office/2007/relationships/hdphoto" Target="../media/hdphoto11.wdp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microsoft.com/office/2007/relationships/hdphoto" Target="../media/hdphoto13.wdp"/><Relationship Id="rId5" Type="http://schemas.microsoft.com/office/2007/relationships/hdphoto" Target="../media/hdphoto10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1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0D85D-00DE-9A6E-A535-9100C285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선생님께서 주신 자료를 바탕으로 포트폴리오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40B6A8-9964-106D-4D78-BEC2A581B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등장 배경 정보를 글자 정보로 나타낸 것</a:t>
            </a:r>
            <a:endParaRPr lang="en-US" altLang="ko-KR" dirty="0"/>
          </a:p>
          <a:p>
            <a:r>
              <a:rPr lang="ko-KR" altLang="en-US" dirty="0"/>
              <a:t>시나리오 포트폴리오의 첫 페이지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이런 내용의 글을 기준으로 상황의 </a:t>
            </a:r>
            <a:r>
              <a:rPr lang="ko-KR" altLang="en-US" dirty="0" err="1"/>
              <a:t>기차칸</a:t>
            </a:r>
            <a:r>
              <a:rPr lang="ko-KR" altLang="en-US" dirty="0"/>
              <a:t> 만들어보기</a:t>
            </a:r>
            <a:endParaRPr lang="en-US" altLang="ko-KR" dirty="0"/>
          </a:p>
          <a:p>
            <a:r>
              <a:rPr lang="ko-KR" altLang="en-US" dirty="0"/>
              <a:t>어떤 이야기가 시작돼서 끝나는 지에 대한 상황의 </a:t>
            </a:r>
            <a:r>
              <a:rPr lang="ko-KR" altLang="en-US" dirty="0" err="1"/>
              <a:t>기차칸을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스토리의 </a:t>
            </a:r>
            <a:r>
              <a:rPr lang="ko-KR" altLang="en-US" dirty="0" err="1"/>
              <a:t>내러티브에</a:t>
            </a:r>
            <a:r>
              <a:rPr lang="ko-KR" altLang="en-US" dirty="0"/>
              <a:t> 맞게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도식을 참조해서 더 세련되게</a:t>
            </a:r>
            <a:r>
              <a:rPr lang="en-US" altLang="ko-KR" dirty="0"/>
              <a:t> </a:t>
            </a:r>
            <a:r>
              <a:rPr lang="ko-KR" altLang="en-US" dirty="0"/>
              <a:t>만들자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274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518FE7-555E-B523-5BAF-328D10F7BF3F}"/>
              </a:ext>
            </a:extLst>
          </p:cNvPr>
          <p:cNvSpPr/>
          <p:nvPr/>
        </p:nvSpPr>
        <p:spPr>
          <a:xfrm>
            <a:off x="574552" y="574287"/>
            <a:ext cx="3562549" cy="2854713"/>
          </a:xfrm>
          <a:prstGeom prst="roundRect">
            <a:avLst>
              <a:gd name="adj" fmla="val 8073"/>
            </a:avLst>
          </a:prstGeom>
          <a:solidFill>
            <a:srgbClr val="7C3B8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DB74E-2015-DFDE-C1AF-9BD23B3BE15F}"/>
              </a:ext>
            </a:extLst>
          </p:cNvPr>
          <p:cNvSpPr txBox="1"/>
          <p:nvPr/>
        </p:nvSpPr>
        <p:spPr>
          <a:xfrm>
            <a:off x="762973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&lt;</a:t>
            </a:r>
            <a:r>
              <a:rPr lang="ko-KR" altLang="en-US" sz="1500" b="1" dirty="0"/>
              <a:t>넌 착해 </a:t>
            </a:r>
            <a:r>
              <a:rPr lang="en-US" altLang="ko-KR" sz="1500" b="1" dirty="0"/>
              <a:t>!&gt;</a:t>
            </a:r>
            <a:endParaRPr lang="ko-KR" altLang="en-US"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E0317-7753-A315-9A46-9DCE2E41C00F}"/>
              </a:ext>
            </a:extLst>
          </p:cNvPr>
          <p:cNvSpPr txBox="1"/>
          <p:nvPr/>
        </p:nvSpPr>
        <p:spPr>
          <a:xfrm>
            <a:off x="897140" y="904737"/>
            <a:ext cx="29173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시놉시스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7E5B1-F043-D660-8FE9-4B4109970D08}"/>
              </a:ext>
            </a:extLst>
          </p:cNvPr>
          <p:cNvSpPr txBox="1"/>
          <p:nvPr/>
        </p:nvSpPr>
        <p:spPr>
          <a:xfrm>
            <a:off x="762973" y="2131835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/>
              <a:t>끝없는 선의를 지닌 소녀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차한해</a:t>
            </a:r>
            <a:r>
              <a:rPr lang="en-US" altLang="ko-KR" sz="11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/>
              <a:t>내어줄수록</a:t>
            </a:r>
            <a:r>
              <a:rPr lang="en-US" altLang="ko-KR" sz="1100" dirty="0"/>
              <a:t>, </a:t>
            </a:r>
            <a:r>
              <a:rPr lang="ko-KR" altLang="en-US" sz="1100" dirty="0"/>
              <a:t>다른 끝을 마주한다</a:t>
            </a:r>
            <a:r>
              <a:rPr lang="en-US" altLang="ko-KR" sz="11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/>
              <a:t>그 끝은 누구의 선택일까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097B4-C35C-70C0-44E8-08DBE50680AA}"/>
              </a:ext>
            </a:extLst>
          </p:cNvPr>
          <p:cNvSpPr txBox="1"/>
          <p:nvPr/>
        </p:nvSpPr>
        <p:spPr>
          <a:xfrm>
            <a:off x="79829" y="-674914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짧은 시놉시스 버전</a:t>
            </a:r>
          </a:p>
        </p:txBody>
      </p:sp>
    </p:spTree>
    <p:extLst>
      <p:ext uri="{BB962C8B-B14F-4D97-AF65-F5344CB8AC3E}">
        <p14:creationId xmlns:p14="http://schemas.microsoft.com/office/powerpoint/2010/main" val="335228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59E438-06EB-B20B-130D-85B97904DCB1}"/>
              </a:ext>
            </a:extLst>
          </p:cNvPr>
          <p:cNvSpPr txBox="1"/>
          <p:nvPr/>
        </p:nvSpPr>
        <p:spPr>
          <a:xfrm>
            <a:off x="79829" y="-674914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긴 시놉시스 버전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6CE70-439D-E6CE-3C7B-A12211E6A532}"/>
              </a:ext>
            </a:extLst>
          </p:cNvPr>
          <p:cNvSpPr txBox="1"/>
          <p:nvPr/>
        </p:nvSpPr>
        <p:spPr>
          <a:xfrm>
            <a:off x="762973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&lt;</a:t>
            </a:r>
            <a:r>
              <a:rPr lang="ko-KR" altLang="en-US" sz="1500" b="1" dirty="0"/>
              <a:t>넌 착해 </a:t>
            </a:r>
            <a:r>
              <a:rPr lang="en-US" altLang="ko-KR" sz="1500" b="1" dirty="0"/>
              <a:t>!&gt;</a:t>
            </a:r>
            <a:endParaRPr lang="ko-KR" altLang="en-US"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91678-B678-0A59-8FD3-AEEBF6959284}"/>
              </a:ext>
            </a:extLst>
          </p:cNvPr>
          <p:cNvSpPr txBox="1"/>
          <p:nvPr/>
        </p:nvSpPr>
        <p:spPr>
          <a:xfrm>
            <a:off x="762973" y="645383"/>
            <a:ext cx="29173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300" b="1" dirty="0"/>
              <a:t>시놉시스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780F0-DF5C-E9E7-D48A-F10C0DEE3839}"/>
              </a:ext>
            </a:extLst>
          </p:cNvPr>
          <p:cNvSpPr txBox="1"/>
          <p:nvPr/>
        </p:nvSpPr>
        <p:spPr>
          <a:xfrm>
            <a:off x="762973" y="2042625"/>
            <a:ext cx="8068793" cy="4376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사람들의 이기심과 외면이 쌓인 자리에 도덕 균열이 생기고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그 틈에서 뒤틀린 인간성이 괴물로 태어난다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이 괴물을 막을 수 있는 건 오직 인간의 선의뿐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하지만 그 선의는</a:t>
            </a:r>
            <a:r>
              <a:rPr lang="en-US" altLang="ko-KR" sz="1100" dirty="0"/>
              <a:t>, </a:t>
            </a:r>
            <a:r>
              <a:rPr lang="ko-KR" altLang="en-US" sz="1100" dirty="0"/>
              <a:t>누구나 결국 바닥난다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단 한 사람</a:t>
            </a:r>
            <a:r>
              <a:rPr lang="en-US" altLang="ko-KR" sz="1100" dirty="0"/>
              <a:t>, </a:t>
            </a:r>
            <a:r>
              <a:rPr lang="ko-KR" altLang="en-US" sz="1100" dirty="0"/>
              <a:t>끝없는 선의를 가진 소녀 차한해를 제외하고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처음엔 모두가 그녀에게 감사했다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하지만 곧</a:t>
            </a:r>
            <a:r>
              <a:rPr lang="en-US" altLang="ko-KR" sz="1100" dirty="0"/>
              <a:t>, </a:t>
            </a:r>
            <a:r>
              <a:rPr lang="ko-KR" altLang="en-US" sz="1100" dirty="0"/>
              <a:t>그녀가 할 수 있다는 사실이 더 </a:t>
            </a:r>
            <a:r>
              <a:rPr lang="ko-KR" altLang="en-US" sz="1100" dirty="0" err="1"/>
              <a:t>중요해졌다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부탁은 의무가 되고</a:t>
            </a:r>
            <a:r>
              <a:rPr lang="en-US" altLang="ko-KR" sz="1100" dirty="0"/>
              <a:t>, </a:t>
            </a:r>
            <a:r>
              <a:rPr lang="ko-KR" altLang="en-US" sz="1100" dirty="0"/>
              <a:t>선의는 점점 더 큰 희생을 요구한다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세상을 구하기 위해</a:t>
            </a:r>
            <a:r>
              <a:rPr lang="en-US" altLang="ko-KR" sz="1100" dirty="0"/>
              <a:t>, </a:t>
            </a:r>
            <a:r>
              <a:rPr lang="ko-KR" altLang="en-US" sz="1100" dirty="0"/>
              <a:t>한 사람은 어디까지 소비될 수 있는가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오늘도 결국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가장 착한 사람이 </a:t>
            </a:r>
            <a:r>
              <a:rPr lang="ko-KR" altLang="en-US" sz="1100" dirty="0" err="1"/>
              <a:t>괴물에게로</a:t>
            </a:r>
            <a:r>
              <a:rPr lang="ko-KR" altLang="en-US" sz="1100" dirty="0"/>
              <a:t> 향한다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8401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2424-EA02-8EEF-FAD5-3AB6919C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B03D72-AC30-B811-B55F-A05913C308B9}"/>
              </a:ext>
            </a:extLst>
          </p:cNvPr>
          <p:cNvSpPr txBox="1"/>
          <p:nvPr/>
        </p:nvSpPr>
        <p:spPr>
          <a:xfrm>
            <a:off x="762973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&lt;</a:t>
            </a:r>
            <a:r>
              <a:rPr lang="ko-KR" altLang="en-US" sz="1500" b="1" dirty="0"/>
              <a:t>넌 착해 </a:t>
            </a:r>
            <a:r>
              <a:rPr lang="en-US" altLang="ko-KR" sz="1500" b="1" dirty="0"/>
              <a:t>!&gt;</a:t>
            </a:r>
            <a:endParaRPr lang="ko-KR" altLang="en-US"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BBB87-FF21-7A8D-8E80-BA7D6F1AD8CD}"/>
              </a:ext>
            </a:extLst>
          </p:cNvPr>
          <p:cNvSpPr txBox="1"/>
          <p:nvPr/>
        </p:nvSpPr>
        <p:spPr>
          <a:xfrm>
            <a:off x="762973" y="2042625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/>
              <a:t>끝없는 선의를 지닌 소녀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차한해</a:t>
            </a:r>
            <a:r>
              <a:rPr lang="en-US" altLang="ko-KR" sz="11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/>
              <a:t>내어줄수록</a:t>
            </a:r>
            <a:r>
              <a:rPr lang="en-US" altLang="ko-KR" sz="1100" dirty="0"/>
              <a:t>, </a:t>
            </a:r>
            <a:r>
              <a:rPr lang="ko-KR" altLang="en-US" sz="1100" dirty="0"/>
              <a:t>다른 끝을 마주한다</a:t>
            </a:r>
            <a:r>
              <a:rPr lang="en-US" altLang="ko-KR" sz="11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/>
              <a:t>그 끝은 누구의 선택일까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F35095-BE47-CD39-F629-CB9CE5245480}"/>
              </a:ext>
            </a:extLst>
          </p:cNvPr>
          <p:cNvSpPr txBox="1"/>
          <p:nvPr/>
        </p:nvSpPr>
        <p:spPr>
          <a:xfrm>
            <a:off x="79829" y="-674914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짧은 시놉시스 버전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3226E-C3CA-58C1-CC94-87ECCABF4E4B}"/>
              </a:ext>
            </a:extLst>
          </p:cNvPr>
          <p:cNvSpPr txBox="1"/>
          <p:nvPr/>
        </p:nvSpPr>
        <p:spPr>
          <a:xfrm>
            <a:off x="762972" y="645383"/>
            <a:ext cx="868211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300" b="1" dirty="0"/>
              <a:t>시놉시스 </a:t>
            </a:r>
            <a:r>
              <a:rPr lang="en-US" altLang="ko-KR" sz="2300" b="1" dirty="0"/>
              <a:t>– “</a:t>
            </a:r>
            <a:r>
              <a:rPr lang="ko-KR" altLang="en-US" sz="2300" b="1" dirty="0"/>
              <a:t>모두를 구하기 위해</a:t>
            </a:r>
            <a:r>
              <a:rPr lang="en-US" altLang="ko-KR" sz="2300" b="1" dirty="0"/>
              <a:t>, </a:t>
            </a:r>
            <a:r>
              <a:rPr lang="ko-KR" altLang="en-US" sz="2300" b="1" dirty="0"/>
              <a:t>한 사람마나 소모되는 세계</a:t>
            </a:r>
            <a:r>
              <a:rPr lang="en-US" altLang="ko-KR" sz="2300" b="1" dirty="0"/>
              <a:t>”</a:t>
            </a:r>
            <a:endParaRPr lang="ko-KR" alt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34679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포인트가 7개인 별 2"/>
          <p:cNvSpPr/>
          <p:nvPr/>
        </p:nvSpPr>
        <p:spPr>
          <a:xfrm>
            <a:off x="1154542" y="409994"/>
            <a:ext cx="3502152" cy="1847088"/>
          </a:xfrm>
          <a:prstGeom prst="star7">
            <a:avLst/>
          </a:prstGeom>
          <a:solidFill>
            <a:srgbClr val="6A8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0A0B5BF-D454-BDD9-3812-21590867F268}"/>
              </a:ext>
            </a:extLst>
          </p:cNvPr>
          <p:cNvSpPr/>
          <p:nvPr/>
        </p:nvSpPr>
        <p:spPr>
          <a:xfrm>
            <a:off x="5950225" y="960133"/>
            <a:ext cx="5877339" cy="1424864"/>
          </a:xfrm>
          <a:prstGeom prst="roundRect">
            <a:avLst>
              <a:gd name="adj" fmla="val 8698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449729" y="2650682"/>
            <a:ext cx="11377836" cy="3392310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305DFD-4374-D702-1799-A7A3367F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79" y="670757"/>
            <a:ext cx="2604898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2500" b="1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넌 착해 </a:t>
            </a:r>
            <a:r>
              <a:rPr lang="en-US" altLang="ko-KR" sz="2500" b="1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!</a:t>
            </a:r>
            <a:endParaRPr lang="ko-KR" altLang="en-US" sz="2500" b="1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01C90-DB7E-A873-30BC-6541E1880A2F}"/>
              </a:ext>
            </a:extLst>
          </p:cNvPr>
          <p:cNvSpPr txBox="1"/>
          <p:nvPr/>
        </p:nvSpPr>
        <p:spPr>
          <a:xfrm>
            <a:off x="6524161" y="1572070"/>
            <a:ext cx="6444651" cy="568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끝없는 선의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지닌 소녀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차한해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내어줄수록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다른 끝을 마주한다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그 끝은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누구의 선택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일까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lang="ko-KR" altLang="en-US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63C8D8-4B44-84C8-1F38-72FAE7866C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1039306"/>
            <a:ext cx="362001" cy="485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7C8B85-AF1B-E51F-458D-C78E38615DE9}"/>
              </a:ext>
            </a:extLst>
          </p:cNvPr>
          <p:cNvSpPr txBox="1"/>
          <p:nvPr/>
        </p:nvSpPr>
        <p:spPr>
          <a:xfrm>
            <a:off x="6375826" y="1120644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시놉시스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28056B-BEBB-68E3-2F94-38A515EAFBB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3871" y1="36364" x2="33871" y2="36364"/>
                        <a14:foregroundMark x1="64516" y1="37879" x2="64516" y2="378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119" y="2667633"/>
            <a:ext cx="590632" cy="628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DEBDE5-9B68-659F-10C7-D48D1EE7DD3A}"/>
              </a:ext>
            </a:extLst>
          </p:cNvPr>
          <p:cNvSpPr txBox="1"/>
          <p:nvPr/>
        </p:nvSpPr>
        <p:spPr>
          <a:xfrm>
            <a:off x="992204" y="2820420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등장 인물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992204" y="3936540"/>
            <a:ext cx="3826828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무한에 가까운 선의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지닌 소녀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유일한 해결 수단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553871-EAD3-E5F1-3B4E-A0051E29359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0000" y1="22222" x2="50000" y2="22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4283" y="3449158"/>
            <a:ext cx="414083" cy="5590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B85CC-0A04-9A8A-F1CF-8EA1B6221B65}"/>
              </a:ext>
            </a:extLst>
          </p:cNvPr>
          <p:cNvSpPr txBox="1"/>
          <p:nvPr/>
        </p:nvSpPr>
        <p:spPr>
          <a:xfrm>
            <a:off x="1402326" y="3493011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차한해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주인공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E5B9D-493B-A151-AB0A-00683BFF629B}"/>
              </a:ext>
            </a:extLst>
          </p:cNvPr>
          <p:cNvSpPr txBox="1"/>
          <p:nvPr/>
        </p:nvSpPr>
        <p:spPr>
          <a:xfrm>
            <a:off x="1014284" y="5171109"/>
            <a:ext cx="4560122" cy="568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구조의 문제를 인식하고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스스로를 챙겨야 함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’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을 인식시키는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유일한 </a:t>
            </a:r>
            <a:r>
              <a:rPr lang="ko-KR" altLang="en-US" sz="1100" dirty="0" err="1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공감자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</a:t>
            </a: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A9E1310-5F42-FB59-3AE5-33AB67A10DF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4615" y1="40741" x2="34615" y2="40741"/>
                        <a14:foregroundMark x1="57692" y1="38889" x2="57692" y2="38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7189" y="4756359"/>
            <a:ext cx="442690" cy="4597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1402325" y="4752845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서주안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친구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EA2F6F-9847-BB68-A942-EB2095C3CA74}"/>
              </a:ext>
            </a:extLst>
          </p:cNvPr>
          <p:cNvSpPr txBox="1"/>
          <p:nvPr/>
        </p:nvSpPr>
        <p:spPr>
          <a:xfrm>
            <a:off x="5164285" y="3936540"/>
            <a:ext cx="3826828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책임 전가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통해 점차 주인공을 압박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12AB71-02FF-F44B-CF0D-5959127989B5}"/>
              </a:ext>
            </a:extLst>
          </p:cNvPr>
          <p:cNvSpPr txBox="1"/>
          <p:nvPr/>
        </p:nvSpPr>
        <p:spPr>
          <a:xfrm>
            <a:off x="5574407" y="3493011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시민들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요청 → 의존 → 압박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6967FB-6186-E126-6895-6798A64847E6}"/>
              </a:ext>
            </a:extLst>
          </p:cNvPr>
          <p:cNvSpPr txBox="1"/>
          <p:nvPr/>
        </p:nvSpPr>
        <p:spPr>
          <a:xfrm>
            <a:off x="5186365" y="5171109"/>
            <a:ext cx="4560122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희생을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공익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으로 강요하는 정부</a:t>
            </a: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F4753F-1F5D-B7AD-692D-709A1F028BDF}"/>
              </a:ext>
            </a:extLst>
          </p:cNvPr>
          <p:cNvSpPr txBox="1"/>
          <p:nvPr/>
        </p:nvSpPr>
        <p:spPr>
          <a:xfrm>
            <a:off x="5574406" y="4752845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정치 권력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구조 정당화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055CB58-50D0-246B-8DB0-5A43B3174019}"/>
              </a:ext>
            </a:extLst>
          </p:cNvPr>
          <p:cNvCxnSpPr>
            <a:cxnSpLocks/>
          </p:cNvCxnSpPr>
          <p:nvPr/>
        </p:nvCxnSpPr>
        <p:spPr>
          <a:xfrm>
            <a:off x="4801092" y="3296371"/>
            <a:ext cx="0" cy="2600847"/>
          </a:xfrm>
          <a:prstGeom prst="line">
            <a:avLst/>
          </a:prstGeom>
          <a:ln w="19050">
            <a:solidFill>
              <a:srgbClr val="6A8C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990792A-BA80-5082-75C4-2AC1805DA0A2}"/>
              </a:ext>
            </a:extLst>
          </p:cNvPr>
          <p:cNvCxnSpPr>
            <a:cxnSpLocks/>
          </p:cNvCxnSpPr>
          <p:nvPr/>
        </p:nvCxnSpPr>
        <p:spPr>
          <a:xfrm>
            <a:off x="881682" y="4573688"/>
            <a:ext cx="10475431" cy="0"/>
          </a:xfrm>
          <a:prstGeom prst="line">
            <a:avLst/>
          </a:prstGeom>
          <a:ln w="19050">
            <a:solidFill>
              <a:srgbClr val="6A8C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523DE2-EAA5-2A40-1B39-8A3605633F70}"/>
              </a:ext>
            </a:extLst>
          </p:cNvPr>
          <p:cNvSpPr txBox="1"/>
          <p:nvPr/>
        </p:nvSpPr>
        <p:spPr>
          <a:xfrm>
            <a:off x="8655891" y="3936540"/>
            <a:ext cx="3826828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주인공을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가족 자산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으로 인식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34E681-7025-88D3-EEBC-093B8A3E9120}"/>
              </a:ext>
            </a:extLst>
          </p:cNvPr>
          <p:cNvSpPr txBox="1"/>
          <p:nvPr/>
        </p:nvSpPr>
        <p:spPr>
          <a:xfrm>
            <a:off x="9066013" y="3493011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차우선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동생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DDE266-FC92-7627-28FC-34512D2ECCED}"/>
              </a:ext>
            </a:extLst>
          </p:cNvPr>
          <p:cNvSpPr txBox="1"/>
          <p:nvPr/>
        </p:nvSpPr>
        <p:spPr>
          <a:xfrm>
            <a:off x="8677971" y="5171109"/>
            <a:ext cx="4560122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선의가 붕괴된 인간이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변이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한 결과</a:t>
            </a: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5B16F2-3F8D-2A97-322D-0CB4C4ED05F9}"/>
              </a:ext>
            </a:extLst>
          </p:cNvPr>
          <p:cNvSpPr txBox="1"/>
          <p:nvPr/>
        </p:nvSpPr>
        <p:spPr>
          <a:xfrm>
            <a:off x="9066012" y="4752845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괴물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전투 대상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FB7E66A-14E7-8C39-9158-B91A3DD5FF25}"/>
              </a:ext>
            </a:extLst>
          </p:cNvPr>
          <p:cNvCxnSpPr>
            <a:cxnSpLocks/>
          </p:cNvCxnSpPr>
          <p:nvPr/>
        </p:nvCxnSpPr>
        <p:spPr>
          <a:xfrm>
            <a:off x="8231801" y="3296371"/>
            <a:ext cx="0" cy="2600847"/>
          </a:xfrm>
          <a:prstGeom prst="line">
            <a:avLst/>
          </a:prstGeom>
          <a:ln w="19050">
            <a:solidFill>
              <a:srgbClr val="6A8C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>
            <a:extLst>
              <a:ext uri="{FF2B5EF4-FFF2-40B4-BE49-F238E27FC236}">
                <a16:creationId xmlns:a16="http://schemas.microsoft.com/office/drawing/2014/main" id="{887F58C1-4CC3-EE4E-3B7A-326BD6FDFF5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51163" y1="34043" x2="51163" y2="3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6364" y="4735995"/>
            <a:ext cx="409632" cy="447737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BAFA797-6489-3F39-0AC6-D8B55B8AE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000" y1="29545" x2="30000" y2="29545"/>
                        <a14:foregroundMark x1="75000" y1="36364" x2="75000" y2="36364"/>
                        <a14:foregroundMark x1="52500" y1="77273" x2="52500" y2="772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0653" y="3480369"/>
            <a:ext cx="381053" cy="41915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E307335-7936-ED40-F129-CD6595F83972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4661" y="3470296"/>
            <a:ext cx="314369" cy="476316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96CD5C0-C523-FD6C-A759-496D80F044C8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16070" y="4717294"/>
            <a:ext cx="390580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1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449729" y="2650682"/>
            <a:ext cx="11291167" cy="3392310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6705261" y="2820420"/>
            <a:ext cx="4617751" cy="294862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701270" y="4680160"/>
            <a:ext cx="2445171" cy="108979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0A0B5BF-D454-BDD9-3812-21590867F268}"/>
              </a:ext>
            </a:extLst>
          </p:cNvPr>
          <p:cNvSpPr/>
          <p:nvPr/>
        </p:nvSpPr>
        <p:spPr>
          <a:xfrm>
            <a:off x="449729" y="960133"/>
            <a:ext cx="7706719" cy="1424864"/>
          </a:xfrm>
          <a:prstGeom prst="roundRect">
            <a:avLst>
              <a:gd name="adj" fmla="val 8698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01C90-DB7E-A873-30BC-6541E1880A2F}"/>
              </a:ext>
            </a:extLst>
          </p:cNvPr>
          <p:cNvSpPr txBox="1"/>
          <p:nvPr/>
        </p:nvSpPr>
        <p:spPr>
          <a:xfrm>
            <a:off x="1023665" y="1572070"/>
            <a:ext cx="69041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다수의 </a:t>
            </a:r>
            <a:r>
              <a:rPr lang="ko-KR" altLang="en-US" sz="110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책임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→ 단일 책임 집중</a:t>
            </a:r>
            <a:endParaRPr lang="en-US" altLang="ko-KR" sz="1100" smtClean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다수의 요청 동시다발적 발생 → 선택 강요 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(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누구를 먼저 도울 것인가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) 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→ 선택하지 않은 대상 붕괴 </a:t>
            </a:r>
            <a:endParaRPr lang="ko-KR" altLang="en-US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C8B85-AF1B-E51F-458D-C78E38615DE9}"/>
              </a:ext>
            </a:extLst>
          </p:cNvPr>
          <p:cNvSpPr txBox="1"/>
          <p:nvPr/>
        </p:nvSpPr>
        <p:spPr>
          <a:xfrm>
            <a:off x="986169" y="1120644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세계 구조</a:t>
            </a:r>
            <a:endParaRPr lang="ko-KR" altLang="en-US" sz="1500" b="1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EBDE5-9B68-659F-10C7-D48D1EE7DD3A}"/>
              </a:ext>
            </a:extLst>
          </p:cNvPr>
          <p:cNvSpPr txBox="1"/>
          <p:nvPr/>
        </p:nvSpPr>
        <p:spPr>
          <a:xfrm>
            <a:off x="992204" y="2820420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주요 공간</a:t>
            </a:r>
            <a:endParaRPr lang="ko-KR" altLang="en-US" sz="1500" b="1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743148" y="5173063"/>
            <a:ext cx="208325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강화</a:t>
            </a:r>
            <a:r>
              <a:rPr lang="en-US" altLang="ko-KR" sz="110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/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장비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/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준비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B85CC-0A04-9A8A-F1CF-8EA1B6221B65}"/>
              </a:ext>
            </a:extLst>
          </p:cNvPr>
          <p:cNvSpPr txBox="1"/>
          <p:nvPr/>
        </p:nvSpPr>
        <p:spPr>
          <a:xfrm>
            <a:off x="1041938" y="4865863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도시 중심부 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(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거점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)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E5B9D-493B-A151-AB0A-00683BFF629B}"/>
              </a:ext>
            </a:extLst>
          </p:cNvPr>
          <p:cNvSpPr txBox="1"/>
          <p:nvPr/>
        </p:nvSpPr>
        <p:spPr>
          <a:xfrm>
            <a:off x="6989187" y="3276089"/>
            <a:ext cx="456012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균열 발생 변이 확산</a:t>
            </a:r>
            <a:endParaRPr lang="en-US" altLang="ko-KR" sz="1100" smtClean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시스템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다수의 요청 동시다발적 발생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선택 강요 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(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누구를 먼저 도울 것인가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선택하지 않은 대상 붕괴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연출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구조 요청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비명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방송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알림의 중첩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시간 압박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의미 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: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끝나지 않는 수요 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+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선택에 따른 죄책감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7309781" y="2977771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사건 발생 구역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000" y1="41667" x2="50000" y2="41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270" y="1166523"/>
            <a:ext cx="284899" cy="284899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270" y="2820420"/>
            <a:ext cx="286330" cy="33839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7039" y="4803787"/>
            <a:ext cx="386461" cy="40256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499" y="2923646"/>
            <a:ext cx="300444" cy="339632"/>
          </a:xfrm>
          <a:prstGeom prst="rect">
            <a:avLst/>
          </a:prstGeom>
        </p:spPr>
      </p:pic>
      <p:sp>
        <p:nvSpPr>
          <p:cNvPr id="40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3583068" y="4679250"/>
            <a:ext cx="2445171" cy="108979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3961291" y="4836415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정치 기관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3699656" y="5173062"/>
            <a:ext cx="208325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호출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/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명령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–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착취의 공식화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50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2162535" y="3286352"/>
            <a:ext cx="2445171" cy="108979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2590804" y="3473423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주인공의 집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2279123" y="3780164"/>
            <a:ext cx="2083253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사적 영역의 착취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9656" y="4808150"/>
            <a:ext cx="393124" cy="364003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4871" y="3423300"/>
            <a:ext cx="361628" cy="33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0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DA44-CC47-6EB3-35D0-DB823C81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6BF04A61-4923-4C58-BA1E-50FED9DA6032}"/>
              </a:ext>
            </a:extLst>
          </p:cNvPr>
          <p:cNvSpPr/>
          <p:nvPr/>
        </p:nvSpPr>
        <p:spPr>
          <a:xfrm>
            <a:off x="-1" y="411480"/>
            <a:ext cx="12191999" cy="6446520"/>
          </a:xfrm>
          <a:prstGeom prst="triangle">
            <a:avLst>
              <a:gd name="adj" fmla="val 100000"/>
            </a:avLst>
          </a:prstGeom>
          <a:solidFill>
            <a:srgbClr val="669E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111037-67EC-63EE-A67F-AA1E7C0911D9}"/>
              </a:ext>
            </a:extLst>
          </p:cNvPr>
          <p:cNvSpPr/>
          <p:nvPr/>
        </p:nvSpPr>
        <p:spPr>
          <a:xfrm>
            <a:off x="-436" y="1"/>
            <a:ext cx="2448000" cy="6857999"/>
          </a:xfrm>
          <a:prstGeom prst="rect">
            <a:avLst/>
          </a:prstGeom>
          <a:solidFill>
            <a:srgbClr val="4B4443">
              <a:alpha val="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4E15A3-EAED-CE12-FABD-B9C8CCC0C0F5}"/>
              </a:ext>
            </a:extLst>
          </p:cNvPr>
          <p:cNvSpPr/>
          <p:nvPr/>
        </p:nvSpPr>
        <p:spPr>
          <a:xfrm>
            <a:off x="2442868" y="1"/>
            <a:ext cx="2448000" cy="6857999"/>
          </a:xfrm>
          <a:prstGeom prst="rect">
            <a:avLst/>
          </a:prstGeom>
          <a:solidFill>
            <a:srgbClr val="4B4443">
              <a:alpha val="2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2E6166-D437-EDF9-79CD-F9ABC98681E7}"/>
              </a:ext>
            </a:extLst>
          </p:cNvPr>
          <p:cNvSpPr/>
          <p:nvPr/>
        </p:nvSpPr>
        <p:spPr>
          <a:xfrm>
            <a:off x="4885736" y="1"/>
            <a:ext cx="2448000" cy="6857999"/>
          </a:xfrm>
          <a:prstGeom prst="rect">
            <a:avLst/>
          </a:prstGeom>
          <a:solidFill>
            <a:srgbClr val="4B4443">
              <a:alpha val="4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68189A-2355-D5A5-2EC1-AAC4C80DC5B2}"/>
              </a:ext>
            </a:extLst>
          </p:cNvPr>
          <p:cNvSpPr/>
          <p:nvPr/>
        </p:nvSpPr>
        <p:spPr>
          <a:xfrm>
            <a:off x="7329040" y="-1"/>
            <a:ext cx="2448000" cy="6857999"/>
          </a:xfrm>
          <a:prstGeom prst="rect">
            <a:avLst/>
          </a:prstGeom>
          <a:solidFill>
            <a:srgbClr val="4B4443">
              <a:alpha val="6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168B62-7E91-318B-24CE-AB1BC3B02533}"/>
              </a:ext>
            </a:extLst>
          </p:cNvPr>
          <p:cNvSpPr/>
          <p:nvPr/>
        </p:nvSpPr>
        <p:spPr>
          <a:xfrm>
            <a:off x="9777918" y="-3"/>
            <a:ext cx="2448000" cy="6857999"/>
          </a:xfrm>
          <a:prstGeom prst="rect">
            <a:avLst/>
          </a:prstGeom>
          <a:solidFill>
            <a:srgbClr val="4B4443">
              <a:alpha val="8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E78D7B35-FFB4-AE3D-4059-8B5F3B129B29}"/>
              </a:ext>
            </a:extLst>
          </p:cNvPr>
          <p:cNvSpPr/>
          <p:nvPr/>
        </p:nvSpPr>
        <p:spPr>
          <a:xfrm flipH="1" flipV="1">
            <a:off x="5976" y="5976"/>
            <a:ext cx="12192000" cy="6447600"/>
          </a:xfrm>
          <a:prstGeom prst="triangle">
            <a:avLst>
              <a:gd name="adj" fmla="val 100000"/>
            </a:avLst>
          </a:prstGeom>
          <a:solidFill>
            <a:srgbClr val="352F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FD614B-B3D1-2799-2581-7E19812A71DD}"/>
              </a:ext>
            </a:extLst>
          </p:cNvPr>
          <p:cNvSpPr/>
          <p:nvPr/>
        </p:nvSpPr>
        <p:spPr>
          <a:xfrm>
            <a:off x="976647" y="432532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쓰레기 줍기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C7C307-FB88-038B-F00C-AF4F7C6E0E27}"/>
              </a:ext>
            </a:extLst>
          </p:cNvPr>
          <p:cNvSpPr/>
          <p:nvPr/>
        </p:nvSpPr>
        <p:spPr>
          <a:xfrm>
            <a:off x="1901457" y="45011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첫 번째 균열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3EA34-D317-596F-C3ED-0C7FE2696060}"/>
              </a:ext>
            </a:extLst>
          </p:cNvPr>
          <p:cNvSpPr/>
          <p:nvPr/>
        </p:nvSpPr>
        <p:spPr>
          <a:xfrm>
            <a:off x="3149428" y="447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지수 측정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FBB14-C716-834C-6AD0-F0E2287E355A}"/>
              </a:ext>
            </a:extLst>
          </p:cNvPr>
          <p:cNvSpPr/>
          <p:nvPr/>
        </p:nvSpPr>
        <p:spPr>
          <a:xfrm>
            <a:off x="114822" y="439360"/>
            <a:ext cx="136148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가정 환경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24057" y="447144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주인공 선의 지수 공개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498CD9-1DA7-81E1-FB4A-82A557A89F58}"/>
              </a:ext>
            </a:extLst>
          </p:cNvPr>
          <p:cNvSpPr/>
          <p:nvPr/>
        </p:nvSpPr>
        <p:spPr>
          <a:xfrm>
            <a:off x="976647" y="15250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칭찬 중독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BE3C65-3436-8099-22CC-BD47487B38E6}"/>
              </a:ext>
            </a:extLst>
          </p:cNvPr>
          <p:cNvSpPr/>
          <p:nvPr/>
        </p:nvSpPr>
        <p:spPr>
          <a:xfrm>
            <a:off x="6039211" y="450382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친구의 죽음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9433AB-929B-1C3E-CB2E-88B9EC80CB59}"/>
              </a:ext>
            </a:extLst>
          </p:cNvPr>
          <p:cNvSpPr/>
          <p:nvPr/>
        </p:nvSpPr>
        <p:spPr>
          <a:xfrm>
            <a:off x="4415492" y="187744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</a:t>
            </a:r>
            <a:r>
              <a:rPr lang="ko-KR" altLang="en-US" sz="1000" dirty="0" err="1">
                <a:solidFill>
                  <a:schemeClr val="bg1"/>
                </a:solidFill>
              </a:rPr>
              <a:t>고갈자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B62E21-B0C9-CE94-7A9A-07D8D4C68B8E}"/>
              </a:ext>
            </a:extLst>
          </p:cNvPr>
          <p:cNvSpPr/>
          <p:nvPr/>
        </p:nvSpPr>
        <p:spPr>
          <a:xfrm>
            <a:off x="6039952" y="186990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동생의 한마디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411E15E-7AE3-A513-B116-5F3937E8BB23}"/>
              </a:ext>
            </a:extLst>
          </p:cNvPr>
          <p:cNvSpPr/>
          <p:nvPr/>
        </p:nvSpPr>
        <p:spPr>
          <a:xfrm>
            <a:off x="3157186" y="219144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영웅 산업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822792" y="39551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첫 번째 협력자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3CE820-3ACC-CAD9-7460-F158E59EE393}"/>
              </a:ext>
            </a:extLst>
          </p:cNvPr>
          <p:cNvSpPr/>
          <p:nvPr/>
        </p:nvSpPr>
        <p:spPr>
          <a:xfrm>
            <a:off x="3146826" y="152856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거절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EFCE05-692B-69A3-A2AF-1D2591CD36DA}"/>
              </a:ext>
            </a:extLst>
          </p:cNvPr>
          <p:cNvSpPr/>
          <p:nvPr/>
        </p:nvSpPr>
        <p:spPr>
          <a:xfrm>
            <a:off x="1896333" y="1531526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구원 방법 발견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CADD41-7720-83F3-AEEC-14895C32BE4B}"/>
              </a:ext>
            </a:extLst>
          </p:cNvPr>
          <p:cNvSpPr/>
          <p:nvPr/>
        </p:nvSpPr>
        <p:spPr>
          <a:xfrm>
            <a:off x="8564781" y="439360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최종 선택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B431C50-A9BF-C9E4-B3D6-224F16BDF128}"/>
              </a:ext>
            </a:extLst>
          </p:cNvPr>
          <p:cNvSpPr/>
          <p:nvPr/>
        </p:nvSpPr>
        <p:spPr>
          <a:xfrm>
            <a:off x="46976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가정 환경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8EB86231-D003-28EE-0190-33A053BE2B99}"/>
              </a:ext>
            </a:extLst>
          </p:cNvPr>
          <p:cNvSpPr/>
          <p:nvPr/>
        </p:nvSpPr>
        <p:spPr>
          <a:xfrm>
            <a:off x="680724" y="582823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쓰레기 줍기</a:t>
            </a:r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D994D8C9-CD09-F8AD-E4A1-51AE38A4CDCF}"/>
              </a:ext>
            </a:extLst>
          </p:cNvPr>
          <p:cNvSpPr/>
          <p:nvPr/>
        </p:nvSpPr>
        <p:spPr>
          <a:xfrm>
            <a:off x="1325608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첫 균열 발견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0C2186D-C44A-8D06-9A3A-DD9F54385827}"/>
              </a:ext>
            </a:extLst>
          </p:cNvPr>
          <p:cNvCxnSpPr>
            <a:cxnSpLocks/>
            <a:stCxn id="2" idx="0"/>
            <a:endCxn id="11" idx="1"/>
          </p:cNvCxnSpPr>
          <p:nvPr/>
        </p:nvCxnSpPr>
        <p:spPr>
          <a:xfrm rot="5400000" flipH="1" flipV="1">
            <a:off x="427322" y="6057088"/>
            <a:ext cx="333706" cy="17309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30348AF-1F2B-8968-32FA-97E687281648}"/>
              </a:ext>
            </a:extLst>
          </p:cNvPr>
          <p:cNvCxnSpPr>
            <a:cxnSpLocks/>
            <a:stCxn id="11" idx="3"/>
            <a:endCxn id="19" idx="0"/>
          </p:cNvCxnSpPr>
          <p:nvPr/>
        </p:nvCxnSpPr>
        <p:spPr>
          <a:xfrm>
            <a:off x="1750572" y="5976783"/>
            <a:ext cx="35687" cy="33370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6E8F5DB-1D6C-DE7B-FBEC-3A6725D722DD}"/>
              </a:ext>
            </a:extLst>
          </p:cNvPr>
          <p:cNvCxnSpPr>
            <a:cxnSpLocks/>
            <a:stCxn id="19" idx="2"/>
            <a:endCxn id="45" idx="2"/>
          </p:cNvCxnSpPr>
          <p:nvPr/>
        </p:nvCxnSpPr>
        <p:spPr>
          <a:xfrm rot="16200000" flipH="1">
            <a:off x="2364290" y="6029550"/>
            <a:ext cx="5428" cy="1161490"/>
          </a:xfrm>
          <a:prstGeom prst="bentConnector3">
            <a:avLst>
              <a:gd name="adj1" fmla="val 221951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화살표: 오각형 44">
            <a:extLst>
              <a:ext uri="{FF2B5EF4-FFF2-40B4-BE49-F238E27FC236}">
                <a16:creationId xmlns:a16="http://schemas.microsoft.com/office/drawing/2014/main" id="{584E6426-EE9B-9BEF-2C41-48ADABE0AD85}"/>
              </a:ext>
            </a:extLst>
          </p:cNvPr>
          <p:cNvSpPr/>
          <p:nvPr/>
        </p:nvSpPr>
        <p:spPr>
          <a:xfrm>
            <a:off x="2487098" y="631591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측정</a:t>
            </a:r>
          </a:p>
        </p:txBody>
      </p:sp>
      <p:sp>
        <p:nvSpPr>
          <p:cNvPr id="46" name="화살표: 오각형 45">
            <a:extLst>
              <a:ext uri="{FF2B5EF4-FFF2-40B4-BE49-F238E27FC236}">
                <a16:creationId xmlns:a16="http://schemas.microsoft.com/office/drawing/2014/main" id="{F7E60FDC-1D02-1C24-6C9F-273E29C30265}"/>
              </a:ext>
            </a:extLst>
          </p:cNvPr>
          <p:cNvSpPr/>
          <p:nvPr/>
        </p:nvSpPr>
        <p:spPr>
          <a:xfrm>
            <a:off x="3086478" y="5376492"/>
            <a:ext cx="1123360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강제 징집</a:t>
            </a:r>
          </a:p>
        </p:txBody>
      </p:sp>
      <p:sp>
        <p:nvSpPr>
          <p:cNvPr id="47" name="화살표: 오각형 46">
            <a:extLst>
              <a:ext uri="{FF2B5EF4-FFF2-40B4-BE49-F238E27FC236}">
                <a16:creationId xmlns:a16="http://schemas.microsoft.com/office/drawing/2014/main" id="{B1D09D92-4C70-7956-2027-83151D495223}"/>
              </a:ext>
            </a:extLst>
          </p:cNvPr>
          <p:cNvSpPr/>
          <p:nvPr/>
        </p:nvSpPr>
        <p:spPr>
          <a:xfrm>
            <a:off x="3783580" y="593321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</a:t>
            </a:r>
            <a:r>
              <a:rPr lang="ko-KR" altLang="en-US" sz="800" dirty="0" err="1">
                <a:solidFill>
                  <a:schemeClr val="tx1"/>
                </a:solidFill>
              </a:rPr>
              <a:t>고갈자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3EA178F5-08A6-938A-EF3F-7995FC791306}"/>
              </a:ext>
            </a:extLst>
          </p:cNvPr>
          <p:cNvCxnSpPr>
            <a:cxnSpLocks/>
            <a:stCxn id="45" idx="0"/>
            <a:endCxn id="46" idx="1"/>
          </p:cNvCxnSpPr>
          <p:nvPr/>
        </p:nvCxnSpPr>
        <p:spPr>
          <a:xfrm rot="5400000" flipH="1" flipV="1">
            <a:off x="2621674" y="5851114"/>
            <a:ext cx="790879" cy="138729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46CA2A6-781C-1036-2211-52C090321EB7}"/>
              </a:ext>
            </a:extLst>
          </p:cNvPr>
          <p:cNvCxnSpPr>
            <a:cxnSpLocks/>
            <a:stCxn id="46" idx="3"/>
            <a:endCxn id="47" idx="0"/>
          </p:cNvCxnSpPr>
          <p:nvPr/>
        </p:nvCxnSpPr>
        <p:spPr>
          <a:xfrm>
            <a:off x="4209838" y="5525038"/>
            <a:ext cx="34393" cy="40817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화살표: 오각형 53">
            <a:extLst>
              <a:ext uri="{FF2B5EF4-FFF2-40B4-BE49-F238E27FC236}">
                <a16:creationId xmlns:a16="http://schemas.microsoft.com/office/drawing/2014/main" id="{E0501A97-5113-FD6E-75F5-A6943C93087F}"/>
              </a:ext>
            </a:extLst>
          </p:cNvPr>
          <p:cNvSpPr/>
          <p:nvPr/>
        </p:nvSpPr>
        <p:spPr>
          <a:xfrm>
            <a:off x="5010695" y="630503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주인공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공개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81A61468-EC7B-C897-0AC1-2A2BD6AA2750}"/>
              </a:ext>
            </a:extLst>
          </p:cNvPr>
          <p:cNvSpPr/>
          <p:nvPr/>
        </p:nvSpPr>
        <p:spPr>
          <a:xfrm>
            <a:off x="5699789" y="511691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구조 실패</a:t>
            </a:r>
          </a:p>
        </p:txBody>
      </p:sp>
      <p:sp>
        <p:nvSpPr>
          <p:cNvPr id="56" name="화살표: 오각형 55">
            <a:extLst>
              <a:ext uri="{FF2B5EF4-FFF2-40B4-BE49-F238E27FC236}">
                <a16:creationId xmlns:a16="http://schemas.microsoft.com/office/drawing/2014/main" id="{77A5AF9E-9470-98DD-51F2-2D789F2E9E97}"/>
              </a:ext>
            </a:extLst>
          </p:cNvPr>
          <p:cNvSpPr/>
          <p:nvPr/>
        </p:nvSpPr>
        <p:spPr>
          <a:xfrm>
            <a:off x="6225272" y="4246465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친구의 죽음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DDCD975-41F3-A6D1-8D6C-115DAED2F3F4}"/>
              </a:ext>
            </a:extLst>
          </p:cNvPr>
          <p:cNvCxnSpPr>
            <a:cxnSpLocks/>
            <a:stCxn id="54" idx="0"/>
            <a:endCxn id="55" idx="1"/>
          </p:cNvCxnSpPr>
          <p:nvPr/>
        </p:nvCxnSpPr>
        <p:spPr>
          <a:xfrm rot="5400000" flipH="1" flipV="1">
            <a:off x="5065784" y="5671026"/>
            <a:ext cx="1039566" cy="228443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17F1E12-4A5A-E593-ED1D-58D07734489C}"/>
              </a:ext>
            </a:extLst>
          </p:cNvPr>
          <p:cNvCxnSpPr>
            <a:cxnSpLocks/>
            <a:stCxn id="55" idx="0"/>
            <a:endCxn id="56" idx="0"/>
          </p:cNvCxnSpPr>
          <p:nvPr/>
        </p:nvCxnSpPr>
        <p:spPr>
          <a:xfrm rot="5400000" flipH="1" flipV="1">
            <a:off x="5987955" y="4418951"/>
            <a:ext cx="870453" cy="525483"/>
          </a:xfrm>
          <a:prstGeom prst="bentConnector3">
            <a:avLst>
              <a:gd name="adj1" fmla="val 12626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화살표: 오각형 66">
            <a:extLst>
              <a:ext uri="{FF2B5EF4-FFF2-40B4-BE49-F238E27FC236}">
                <a16:creationId xmlns:a16="http://schemas.microsoft.com/office/drawing/2014/main" id="{1CDF306A-BE2E-258F-9738-B9A5B47B115C}"/>
              </a:ext>
            </a:extLst>
          </p:cNvPr>
          <p:cNvSpPr/>
          <p:nvPr/>
        </p:nvSpPr>
        <p:spPr>
          <a:xfrm>
            <a:off x="7543295" y="63310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괴물의 정체</a:t>
            </a:r>
          </a:p>
        </p:txBody>
      </p:sp>
      <p:sp>
        <p:nvSpPr>
          <p:cNvPr id="68" name="화살표: 오각형 67">
            <a:extLst>
              <a:ext uri="{FF2B5EF4-FFF2-40B4-BE49-F238E27FC236}">
                <a16:creationId xmlns:a16="http://schemas.microsoft.com/office/drawing/2014/main" id="{30165209-03A4-1DA5-09AC-AF365CDA165C}"/>
              </a:ext>
            </a:extLst>
          </p:cNvPr>
          <p:cNvSpPr/>
          <p:nvPr/>
        </p:nvSpPr>
        <p:spPr>
          <a:xfrm>
            <a:off x="8142657" y="4985022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육체 저장소 발견</a:t>
            </a:r>
          </a:p>
        </p:txBody>
      </p:sp>
      <p:sp>
        <p:nvSpPr>
          <p:cNvPr id="69" name="화살표: 오각형 68">
            <a:extLst>
              <a:ext uri="{FF2B5EF4-FFF2-40B4-BE49-F238E27FC236}">
                <a16:creationId xmlns:a16="http://schemas.microsoft.com/office/drawing/2014/main" id="{1CCCC373-1F82-27EE-EB8C-9D09D44243F1}"/>
              </a:ext>
            </a:extLst>
          </p:cNvPr>
          <p:cNvSpPr/>
          <p:nvPr/>
        </p:nvSpPr>
        <p:spPr>
          <a:xfrm>
            <a:off x="8707192" y="3290723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구원 방법</a:t>
            </a: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20F5CBD8-C72D-6784-0F75-14B7A3620DFA}"/>
              </a:ext>
            </a:extLst>
          </p:cNvPr>
          <p:cNvCxnSpPr>
            <a:cxnSpLocks/>
            <a:stCxn id="67" idx="0"/>
            <a:endCxn id="68" idx="1"/>
          </p:cNvCxnSpPr>
          <p:nvPr/>
        </p:nvCxnSpPr>
        <p:spPr>
          <a:xfrm rot="5400000" flipH="1" flipV="1">
            <a:off x="7474541" y="5662974"/>
            <a:ext cx="1197521" cy="13871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68" idx="0"/>
            <a:endCxn id="69" idx="0"/>
          </p:cNvCxnSpPr>
          <p:nvPr/>
        </p:nvCxnSpPr>
        <p:spPr>
          <a:xfrm rot="5400000" flipH="1" flipV="1">
            <a:off x="8038426" y="3855606"/>
            <a:ext cx="1694299" cy="564535"/>
          </a:xfrm>
          <a:prstGeom prst="bentConnector3">
            <a:avLst>
              <a:gd name="adj1" fmla="val 11349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69" idx="3"/>
            <a:endCxn id="165" idx="1"/>
          </p:cNvCxnSpPr>
          <p:nvPr/>
        </p:nvCxnSpPr>
        <p:spPr>
          <a:xfrm>
            <a:off x="9777040" y="3439269"/>
            <a:ext cx="149560" cy="5155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BACF5E8-B18E-E4F1-31F5-D15622A47334}"/>
              </a:ext>
            </a:extLst>
          </p:cNvPr>
          <p:cNvSpPr/>
          <p:nvPr/>
        </p:nvSpPr>
        <p:spPr>
          <a:xfrm>
            <a:off x="6043564" y="1523025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구조 실패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1D86EC7-0B5D-E426-4A1E-96C0AD6369DC}"/>
              </a:ext>
            </a:extLst>
          </p:cNvPr>
          <p:cNvSpPr/>
          <p:nvPr/>
        </p:nvSpPr>
        <p:spPr>
          <a:xfrm>
            <a:off x="3146826" y="1869904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랭킹 시스템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7BEDFB0-C6B6-34D0-27F5-C9C042F80467}"/>
              </a:ext>
            </a:extLst>
          </p:cNvPr>
          <p:cNvSpPr/>
          <p:nvPr/>
        </p:nvSpPr>
        <p:spPr>
          <a:xfrm>
            <a:off x="7230030" y="443893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괴물의 정체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CEE8659-536F-341A-1E79-4A146B933C78}"/>
              </a:ext>
            </a:extLst>
          </p:cNvPr>
          <p:cNvSpPr/>
          <p:nvPr/>
        </p:nvSpPr>
        <p:spPr>
          <a:xfrm>
            <a:off x="7219679" y="1506467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육체 저장소 발견</a:t>
            </a: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BC660F1B-9D1B-ACB4-23EB-18B00A29F9B9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>
            <a:off x="4853428" y="6081760"/>
            <a:ext cx="157267" cy="371816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55455B5E-7F35-3945-07EC-113BCA670A85}"/>
              </a:ext>
            </a:extLst>
          </p:cNvPr>
          <p:cNvCxnSpPr>
            <a:cxnSpLocks/>
            <a:stCxn id="56" idx="3"/>
            <a:endCxn id="67" idx="1"/>
          </p:cNvCxnSpPr>
          <p:nvPr/>
        </p:nvCxnSpPr>
        <p:spPr>
          <a:xfrm>
            <a:off x="7295120" y="4395011"/>
            <a:ext cx="248175" cy="2084624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19205" y="1536003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강제 징집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 flipH="1">
            <a:off x="134560" y="1204515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6"/>
          <p:cNvSpPr/>
          <p:nvPr/>
        </p:nvSpPr>
        <p:spPr>
          <a:xfrm>
            <a:off x="134559" y="115610"/>
            <a:ext cx="779980" cy="329483"/>
          </a:xfrm>
          <a:prstGeom prst="roundRect">
            <a:avLst/>
          </a:prstGeom>
          <a:solidFill>
            <a:srgbClr val="FAEBA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메인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134560" y="1539931"/>
            <a:ext cx="779980" cy="33994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서브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 flipH="1">
            <a:off x="1423137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H="1">
            <a:off x="2706694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 flipH="1">
            <a:off x="4349973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H="1">
            <a:off x="5494872" y="1205378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6776284" y="1208981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7926886" y="1205378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4"/>
          <p:cNvSpPr/>
          <p:nvPr/>
        </p:nvSpPr>
        <p:spPr>
          <a:xfrm>
            <a:off x="132305" y="3478372"/>
            <a:ext cx="779980" cy="339946"/>
          </a:xfrm>
          <a:prstGeom prst="roundRect">
            <a:avLst/>
          </a:prstGeom>
          <a:solidFill>
            <a:srgbClr val="4B4443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관계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11507" y="3961404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부모의 정서적 학대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17" name="직선 연결선 116"/>
          <p:cNvCxnSpPr/>
          <p:nvPr/>
        </p:nvCxnSpPr>
        <p:spPr>
          <a:xfrm flipH="1">
            <a:off x="141421" y="3181770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1420854" y="3179030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20885" y="4369722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동생과의 차별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 flipH="1">
            <a:off x="2928401" y="3179030"/>
            <a:ext cx="3082855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2977295" y="395176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조력자 등장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22" name="직선 연결선 121"/>
          <p:cNvCxnSpPr/>
          <p:nvPr/>
        </p:nvCxnSpPr>
        <p:spPr>
          <a:xfrm flipH="1">
            <a:off x="113540" y="1208981"/>
            <a:ext cx="85657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>
            <a:off x="113540" y="3177955"/>
            <a:ext cx="85657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163947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희생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443942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생존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0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0"/>
            <a:endCxn id="128" idx="1"/>
          </p:cNvCxnSpPr>
          <p:nvPr/>
        </p:nvCxnSpPr>
        <p:spPr>
          <a:xfrm rot="5400000" flipH="1" flipV="1">
            <a:off x="10101531" y="2271560"/>
            <a:ext cx="1376545" cy="40947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2"/>
            <a:endCxn id="129" idx="1"/>
          </p:cNvCxnSpPr>
          <p:nvPr/>
        </p:nvCxnSpPr>
        <p:spPr>
          <a:xfrm rot="16200000" flipH="1">
            <a:off x="10366297" y="3943045"/>
            <a:ext cx="863696" cy="42616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30286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세계 구원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2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96794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잊혀짐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38" idx="2"/>
            <a:endCxn id="142" idx="0"/>
          </p:cNvCxnSpPr>
          <p:nvPr/>
        </p:nvCxnSpPr>
        <p:spPr>
          <a:xfrm>
            <a:off x="11455193" y="2599956"/>
            <a:ext cx="0" cy="367988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509801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비난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3168" y="575661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이제야 움직이는 세상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47" idx="2"/>
            <a:endCxn id="153" idx="0"/>
          </p:cNvCxnSpPr>
          <p:nvPr/>
        </p:nvCxnSpPr>
        <p:spPr>
          <a:xfrm>
            <a:off x="11471877" y="5395111"/>
            <a:ext cx="1942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순서도: 판단 164"/>
          <p:cNvSpPr/>
          <p:nvPr/>
        </p:nvSpPr>
        <p:spPr>
          <a:xfrm>
            <a:off x="9926600" y="3164570"/>
            <a:ext cx="1316930" cy="559708"/>
          </a:xfrm>
          <a:prstGeom prst="flowChartDecision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최종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8" idx="2"/>
            <a:endCxn id="138" idx="0"/>
          </p:cNvCxnSpPr>
          <p:nvPr/>
        </p:nvCxnSpPr>
        <p:spPr>
          <a:xfrm>
            <a:off x="11455193" y="1936571"/>
            <a:ext cx="0" cy="366293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9" idx="2"/>
            <a:endCxn id="147" idx="0"/>
          </p:cNvCxnSpPr>
          <p:nvPr/>
        </p:nvCxnSpPr>
        <p:spPr>
          <a:xfrm>
            <a:off x="11471877" y="4736520"/>
            <a:ext cx="0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 rot="19927908">
            <a:off x="1772839" y="5089967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발단</a:t>
            </a:r>
          </a:p>
        </p:txBody>
      </p:sp>
      <p:sp>
        <p:nvSpPr>
          <p:cNvPr id="187" name="TextBox 186"/>
          <p:cNvSpPr txBox="1"/>
          <p:nvPr/>
        </p:nvSpPr>
        <p:spPr>
          <a:xfrm rot="19927908">
            <a:off x="4211798" y="3791447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전개</a:t>
            </a:r>
          </a:p>
        </p:txBody>
      </p:sp>
      <p:sp>
        <p:nvSpPr>
          <p:cNvPr id="188" name="TextBox 187"/>
          <p:cNvSpPr txBox="1"/>
          <p:nvPr/>
        </p:nvSpPr>
        <p:spPr>
          <a:xfrm rot="19927908">
            <a:off x="6623486" y="2516256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위기</a:t>
            </a:r>
          </a:p>
        </p:txBody>
      </p:sp>
      <p:sp>
        <p:nvSpPr>
          <p:cNvPr id="189" name="TextBox 188"/>
          <p:cNvSpPr txBox="1"/>
          <p:nvPr/>
        </p:nvSpPr>
        <p:spPr>
          <a:xfrm rot="19927908">
            <a:off x="9004550" y="1260531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절정</a:t>
            </a:r>
          </a:p>
        </p:txBody>
      </p:sp>
      <p:sp>
        <p:nvSpPr>
          <p:cNvPr id="190" name="TextBox 189"/>
          <p:cNvSpPr txBox="1"/>
          <p:nvPr/>
        </p:nvSpPr>
        <p:spPr>
          <a:xfrm rot="19927908">
            <a:off x="11335798" y="36692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AEBA0"/>
                </a:solidFill>
              </a:rPr>
              <a:t>결말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D1280A-F3ED-19A3-647C-B700D4514F18}"/>
              </a:ext>
            </a:extLst>
          </p:cNvPr>
          <p:cNvSpPr/>
          <p:nvPr/>
        </p:nvSpPr>
        <p:spPr>
          <a:xfrm>
            <a:off x="1150500" y="46819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차우선</a:t>
            </a:r>
            <a:r>
              <a: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동생</a:t>
            </a:r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8A4BCA-56FE-BE9A-3ADF-65AA2616F75B}"/>
              </a:ext>
            </a:extLst>
          </p:cNvPr>
          <p:cNvSpPr/>
          <p:nvPr/>
        </p:nvSpPr>
        <p:spPr>
          <a:xfrm>
            <a:off x="2654417" y="47299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서주안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4B7EB1-B68F-1867-8D0B-AF4EA8CE5D81}"/>
              </a:ext>
            </a:extLst>
          </p:cNvPr>
          <p:cNvSpPr/>
          <p:nvPr/>
        </p:nvSpPr>
        <p:spPr>
          <a:xfrm>
            <a:off x="3756340" y="42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이용익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E9DE73-1214-A125-BCE1-0C6EAF7BF125}"/>
              </a:ext>
            </a:extLst>
          </p:cNvPr>
          <p:cNvSpPr/>
          <p:nvPr/>
        </p:nvSpPr>
        <p:spPr>
          <a:xfrm>
            <a:off x="4849410" y="449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강재준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42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407</Words>
  <Application>Microsoft Office PowerPoint</Application>
  <PresentationFormat>와이드스크린</PresentationFormat>
  <Paragraphs>132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둥근모꼴</vt:lpstr>
      <vt:lpstr>맑은 고딕</vt:lpstr>
      <vt:lpstr>Arial</vt:lpstr>
      <vt:lpstr>Office 테마</vt:lpstr>
      <vt:lpstr>선생님께서 주신 자료를 바탕으로 포트폴리오 만들기</vt:lpstr>
      <vt:lpstr>PowerPoint 프레젠테이션</vt:lpstr>
      <vt:lpstr>PowerPoint 프레젠테이션</vt:lpstr>
      <vt:lpstr>PowerPoint 프레젠테이션</vt:lpstr>
      <vt:lpstr>넌 착해 !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선생님께서 주신 자료를 바탕으로 포트폴리오 만들기</dc:title>
  <dc:creator>musukie52@gmail.com</dc:creator>
  <cp:lastModifiedBy>FullName</cp:lastModifiedBy>
  <cp:revision>11</cp:revision>
  <dcterms:created xsi:type="dcterms:W3CDTF">2026-04-07T04:55:56Z</dcterms:created>
  <dcterms:modified xsi:type="dcterms:W3CDTF">2026-04-08T04:45:26Z</dcterms:modified>
</cp:coreProperties>
</file>