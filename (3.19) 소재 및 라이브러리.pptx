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4" r:id="rId16"/>
    <p:sldId id="275" r:id="rId17"/>
    <p:sldId id="272" r:id="rId18"/>
    <p:sldId id="25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04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83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48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75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60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48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10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15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19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60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33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D0341-1F12-4E49-993C-A6806D227CEE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44E09-7466-4104-ADC4-8A644CB47E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76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소재 </a:t>
            </a:r>
            <a:r>
              <a:rPr lang="en-US" altLang="ko-KR" smtClean="0"/>
              <a:t>(2) - </a:t>
            </a:r>
            <a:r>
              <a:rPr lang="ko-KR" altLang="en-US" smtClean="0"/>
              <a:t>출사표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8908"/>
            <a:ext cx="10515600" cy="5164772"/>
          </a:xfrm>
        </p:spPr>
        <p:txBody>
          <a:bodyPr>
            <a:normAutofit fontScale="92500"/>
          </a:bodyPr>
          <a:lstStyle/>
          <a:p>
            <a:r>
              <a:rPr lang="ko-KR" altLang="en-US" smtClean="0"/>
              <a:t>난세</a:t>
            </a:r>
            <a:endParaRPr lang="en-US" altLang="ko-KR" smtClean="0"/>
          </a:p>
          <a:p>
            <a:pPr lvl="1"/>
            <a:r>
              <a:rPr lang="ko-KR" altLang="en-US" smtClean="0"/>
              <a:t>군주 </a:t>
            </a:r>
            <a:r>
              <a:rPr lang="en-US" altLang="ko-KR" smtClean="0"/>
              <a:t>; </a:t>
            </a:r>
            <a:r>
              <a:rPr lang="ko-KR" altLang="en-US" smtClean="0"/>
              <a:t>앞장서는 사람</a:t>
            </a:r>
            <a:endParaRPr lang="en-US" altLang="ko-KR" smtClean="0"/>
          </a:p>
          <a:p>
            <a:pPr lvl="1"/>
            <a:r>
              <a:rPr lang="ko-KR" altLang="en-US" smtClean="0"/>
              <a:t>군주를 보필하는 사람</a:t>
            </a:r>
            <a:endParaRPr lang="en-US" altLang="ko-KR" smtClean="0"/>
          </a:p>
          <a:p>
            <a:pPr lvl="1"/>
            <a:r>
              <a:rPr lang="ko-KR" altLang="en-US" smtClean="0"/>
              <a:t>끌려온 사람</a:t>
            </a:r>
            <a:endParaRPr lang="en-US" altLang="ko-KR" smtClean="0"/>
          </a:p>
          <a:p>
            <a:pPr lvl="1"/>
            <a:r>
              <a:rPr lang="ko-KR" altLang="en-US" smtClean="0"/>
              <a:t>개인의 이익을 챙기는 사람</a:t>
            </a:r>
            <a:endParaRPr lang="en-US" altLang="ko-KR"/>
          </a:p>
          <a:p>
            <a:r>
              <a:rPr lang="ko-KR" altLang="en-US" smtClean="0"/>
              <a:t>전쟁에서 피라미드 구조 상 아래로 갈수록 목숨의 가치도 낮아진다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꼭대기의 사람들의 잘못은 관대</a:t>
            </a:r>
            <a:r>
              <a:rPr lang="en-US" altLang="ko-KR" smtClean="0"/>
              <a:t>, </a:t>
            </a:r>
            <a:r>
              <a:rPr lang="ko-KR" altLang="en-US" smtClean="0"/>
              <a:t>아래쪽의 사람들의 잘못은 참수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당신은 이 난세에 어디에 있을 것인가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창청황노</a:t>
            </a:r>
            <a:r>
              <a:rPr lang="en-US" altLang="ko-KR" smtClean="0"/>
              <a:t>(?)]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23337"/>
            <a:ext cx="9059539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0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삼국지 </a:t>
            </a:r>
            <a:r>
              <a:rPr lang="en-US" altLang="ko-KR" smtClean="0"/>
              <a:t>– </a:t>
            </a:r>
            <a:r>
              <a:rPr lang="ko-KR" altLang="en-US" smtClean="0"/>
              <a:t>위정자</a:t>
            </a:r>
            <a:r>
              <a:rPr lang="en-US" altLang="ko-KR" smtClean="0"/>
              <a:t>/</a:t>
            </a:r>
            <a:r>
              <a:rPr lang="ko-KR" altLang="en-US" smtClean="0"/>
              <a:t>군주의 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위나라 조조 </a:t>
            </a:r>
            <a:r>
              <a:rPr lang="en-US" altLang="ko-KR" smtClean="0"/>
              <a:t>– </a:t>
            </a:r>
            <a:r>
              <a:rPr lang="ko-KR" altLang="en-US" smtClean="0"/>
              <a:t>학연과 지연보다 능력에 따라 인재를 등용</a:t>
            </a:r>
            <a:endParaRPr lang="en-US" altLang="ko-KR" smtClean="0"/>
          </a:p>
          <a:p>
            <a:r>
              <a:rPr lang="ko-KR" altLang="en-US" smtClean="0"/>
              <a:t>촉나라 유비 </a:t>
            </a:r>
            <a:r>
              <a:rPr lang="en-US" altLang="ko-KR" smtClean="0"/>
              <a:t>– </a:t>
            </a:r>
            <a:r>
              <a:rPr lang="ko-KR" altLang="en-US" smtClean="0"/>
              <a:t>인의에 의한 위민의 정치</a:t>
            </a:r>
            <a:endParaRPr lang="en-US" altLang="ko-KR" smtClean="0"/>
          </a:p>
          <a:p>
            <a:r>
              <a:rPr lang="ko-KR" altLang="en-US" smtClean="0"/>
              <a:t>오나라 손권 </a:t>
            </a:r>
            <a:r>
              <a:rPr lang="en-US" altLang="ko-KR" smtClean="0"/>
              <a:t>– 3</a:t>
            </a:r>
            <a:r>
              <a:rPr lang="ko-KR" altLang="en-US" smtClean="0"/>
              <a:t>대를 걸친 뜻에 충신들이 따름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7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출사표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출사표의 핵심 </a:t>
            </a:r>
            <a:r>
              <a:rPr lang="en-US" altLang="ko-KR" smtClean="0"/>
              <a:t>: </a:t>
            </a:r>
            <a:r>
              <a:rPr lang="ko-KR" altLang="en-US" smtClean="0"/>
              <a:t>전쟁 상황에서 개개인의 입장에서 마주한 상황이 얼마나 사람들의 마음에 무언가를 던지는 지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4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법칙</a:t>
            </a:r>
            <a:r>
              <a:rPr lang="en-US" altLang="ko-KR" smtClean="0"/>
              <a:t>(?)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6057" y="1825625"/>
            <a:ext cx="11059886" cy="4351338"/>
          </a:xfrm>
        </p:spPr>
        <p:txBody>
          <a:bodyPr/>
          <a:lstStyle/>
          <a:p>
            <a:r>
              <a:rPr lang="en-US" altLang="ko-KR" smtClean="0"/>
              <a:t>FPS </a:t>
            </a:r>
            <a:r>
              <a:rPr lang="ko-KR" altLang="en-US" smtClean="0"/>
              <a:t>게임 </a:t>
            </a:r>
            <a:r>
              <a:rPr lang="en-US" altLang="ko-KR" smtClean="0"/>
              <a:t>: AK47</a:t>
            </a:r>
            <a:r>
              <a:rPr lang="ko-KR" altLang="en-US" smtClean="0"/>
              <a:t>의 성능은 함부로 건드리면 안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삼국지 게임 </a:t>
            </a:r>
            <a:r>
              <a:rPr lang="en-US" altLang="ko-KR" smtClean="0"/>
              <a:t>: </a:t>
            </a:r>
            <a:r>
              <a:rPr lang="ko-KR" altLang="en-US" smtClean="0"/>
              <a:t>관우는 우리가 아는 관우에서 절대 벗어나면 안 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71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내가 가장 쓰기 싫은 글</a:t>
            </a:r>
            <a:endParaRPr lang="en-US" altLang="ko-KR" smtClean="0"/>
          </a:p>
          <a:p>
            <a:r>
              <a:rPr lang="ko-KR" altLang="en-US" smtClean="0"/>
              <a:t>내가 오글거려하는 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그런 글을 써보면서 글쓰기 실력을 높여가자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44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중독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내가 게임에서 잘 키운 캐릭터를 보면서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플레이어들은 </a:t>
            </a:r>
            <a:r>
              <a:rPr lang="en-US" altLang="ko-KR" smtClean="0"/>
              <a:t>‘</a:t>
            </a:r>
            <a:r>
              <a:rPr lang="ko-KR" altLang="en-US" smtClean="0"/>
              <a:t>성취감</a:t>
            </a:r>
            <a:r>
              <a:rPr lang="en-US" altLang="ko-KR" smtClean="0"/>
              <a:t>＇</a:t>
            </a:r>
            <a:r>
              <a:rPr lang="ko-KR" altLang="en-US" smtClean="0"/>
              <a:t>을 느낀다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인생에서 무언가를 이룬 것 같은 느낌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그러한 감정을 유저들이 느낄 수 있게</a:t>
            </a:r>
            <a:r>
              <a:rPr lang="en-US" altLang="ko-KR" smtClean="0"/>
              <a:t>, </a:t>
            </a:r>
            <a:r>
              <a:rPr lang="ko-KR" altLang="en-US" smtClean="0"/>
              <a:t>우리는 계기를</a:t>
            </a:r>
            <a:r>
              <a:rPr lang="en-US" altLang="ko-KR" smtClean="0"/>
              <a:t>, </a:t>
            </a:r>
            <a:r>
              <a:rPr lang="ko-KR" altLang="en-US" smtClean="0"/>
              <a:t>그 톱니바퀴를 만들어주는 역할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게임에서의 </a:t>
            </a:r>
            <a:r>
              <a:rPr lang="en-US" altLang="ko-KR" smtClean="0"/>
              <a:t>‘</a:t>
            </a:r>
            <a:r>
              <a:rPr lang="ko-KR" altLang="en-US" smtClean="0"/>
              <a:t>스토리</a:t>
            </a:r>
            <a:r>
              <a:rPr lang="en-US" altLang="ko-KR" smtClean="0"/>
              <a:t>’</a:t>
            </a:r>
            <a:r>
              <a:rPr lang="ko-KR" altLang="en-US" smtClean="0"/>
              <a:t>는 작가와 개발진들이 유저에게 그런 감정을 느낄 수 있는 계기를 만들어주는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70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이야기를 쓴다는 것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 </a:t>
            </a:r>
            <a:r>
              <a:rPr lang="ko-KR" altLang="en-US" smtClean="0"/>
              <a:t>유저들에게 자신들의 이야기를 만들어갈 기회를 주는 것</a:t>
            </a:r>
            <a:endParaRPr lang="en-US" altLang="ko-KR" smtClean="0"/>
          </a:p>
          <a:p>
            <a:r>
              <a:rPr lang="ko-KR" altLang="en-US" smtClean="0"/>
              <a:t>유저</a:t>
            </a:r>
            <a:r>
              <a:rPr lang="en-US" altLang="ko-KR" smtClean="0"/>
              <a:t>-</a:t>
            </a:r>
            <a:r>
              <a:rPr lang="ko-KR" altLang="en-US" smtClean="0"/>
              <a:t>유저 뿐 아니라</a:t>
            </a:r>
            <a:r>
              <a:rPr lang="en-US" altLang="ko-KR" smtClean="0"/>
              <a:t>, </a:t>
            </a:r>
            <a:r>
              <a:rPr lang="ko-KR" altLang="en-US" smtClean="0"/>
              <a:t>유저</a:t>
            </a:r>
            <a:r>
              <a:rPr lang="en-US" altLang="ko-KR" smtClean="0"/>
              <a:t>-NPC </a:t>
            </a:r>
            <a:r>
              <a:rPr lang="ko-KR" altLang="en-US" smtClean="0"/>
              <a:t>간의 관계에서 이야기를 만들어가기도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49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메타 휴먼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가상의 세계에서 인간같은 것</a:t>
            </a:r>
            <a:endParaRPr lang="en-US" altLang="ko-KR" smtClean="0"/>
          </a:p>
          <a:p>
            <a:r>
              <a:rPr lang="ko-KR" altLang="en-US" smtClean="0"/>
              <a:t>메타 휴먼에 </a:t>
            </a:r>
            <a:r>
              <a:rPr lang="en-US" altLang="ko-KR" smtClean="0"/>
              <a:t>AI</a:t>
            </a:r>
            <a:r>
              <a:rPr lang="ko-KR" altLang="en-US" smtClean="0"/>
              <a:t>를 넣어서 학습하도록 하면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인간처럼 그 세계에서 살아갈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04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살아움직이는 글쓰기</a:t>
            </a:r>
            <a:r>
              <a:rPr lang="en-US" altLang="ko-KR" smtClean="0"/>
              <a:t>. </a:t>
            </a:r>
            <a:r>
              <a:rPr lang="ko-KR" altLang="en-US" smtClean="0"/>
              <a:t>가능성의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자율</a:t>
            </a:r>
            <a:r>
              <a:rPr lang="en-US" altLang="ko-KR" smtClean="0"/>
              <a:t>.</a:t>
            </a:r>
            <a:r>
              <a:rPr lang="ko-KR" altLang="en-US" smtClean="0"/>
              <a:t>창조적인 이야기</a:t>
            </a:r>
            <a:endParaRPr lang="en-US" altLang="ko-KR" smtClean="0"/>
          </a:p>
          <a:p>
            <a:r>
              <a:rPr lang="ko-KR" altLang="en-US" smtClean="0"/>
              <a:t>창발적인 스토리텔링 </a:t>
            </a:r>
            <a:r>
              <a:rPr lang="en-US" altLang="ko-KR" smtClean="0"/>
              <a:t>: </a:t>
            </a:r>
            <a:r>
              <a:rPr lang="ko-KR" altLang="en-US" smtClean="0"/>
              <a:t>이야기가 소모되면서</a:t>
            </a:r>
            <a:r>
              <a:rPr lang="en-US" altLang="ko-KR" smtClean="0"/>
              <a:t>, </a:t>
            </a:r>
            <a:r>
              <a:rPr lang="ko-KR" altLang="en-US" smtClean="0"/>
              <a:t>새로운 이야기가 만들어지는 스토리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우리는 완결</a:t>
            </a:r>
            <a:r>
              <a:rPr lang="en-US" altLang="ko-KR" smtClean="0"/>
              <a:t>?</a:t>
            </a:r>
            <a:r>
              <a:rPr lang="ko-KR" altLang="en-US" smtClean="0"/>
              <a:t>완벽한 글쓰기보다는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기회를 주는 글쓰기를 하도록 노력해야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3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 배울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플롯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선배들의 글쓰기를 참고하는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2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도구 </a:t>
            </a:r>
            <a:r>
              <a:rPr lang="en-US" altLang="ko-KR" smtClean="0"/>
              <a:t>(4) </a:t>
            </a:r>
            <a:r>
              <a:rPr lang="ko-KR" altLang="en-US" smtClean="0"/>
              <a:t>라이브러리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＇</a:t>
            </a:r>
            <a:r>
              <a:rPr lang="ko-KR" altLang="en-US" smtClean="0"/>
              <a:t>명작</a:t>
            </a:r>
            <a:r>
              <a:rPr lang="en-US" altLang="ko-KR" smtClean="0"/>
              <a:t>’</a:t>
            </a:r>
            <a:r>
              <a:rPr lang="ko-KR" altLang="en-US" smtClean="0"/>
              <a:t>들을 목록화</a:t>
            </a:r>
            <a:r>
              <a:rPr lang="en-US" altLang="ko-KR" smtClean="0"/>
              <a:t>. </a:t>
            </a:r>
            <a:r>
              <a:rPr lang="ko-KR" altLang="en-US" smtClean="0"/>
              <a:t>리스트화하자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인생의 콘텐츠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영화</a:t>
            </a:r>
            <a:r>
              <a:rPr lang="en-US" altLang="ko-KR" smtClean="0"/>
              <a:t>, </a:t>
            </a:r>
            <a:r>
              <a:rPr lang="ko-KR" altLang="en-US" smtClean="0"/>
              <a:t>게임</a:t>
            </a:r>
            <a:r>
              <a:rPr lang="en-US" altLang="ko-KR" smtClean="0"/>
              <a:t>, </a:t>
            </a:r>
            <a:r>
              <a:rPr lang="ko-KR" altLang="en-US" smtClean="0"/>
              <a:t>드라마</a:t>
            </a:r>
            <a:r>
              <a:rPr lang="en-US" altLang="ko-KR" smtClean="0"/>
              <a:t>, </a:t>
            </a:r>
            <a:r>
              <a:rPr lang="ko-KR" altLang="en-US" smtClean="0"/>
              <a:t>대중 가요 등 무엇이든</a:t>
            </a:r>
            <a:r>
              <a:rPr lang="en-US" altLang="ko-KR" smtClean="0"/>
              <a:t>, </a:t>
            </a:r>
            <a:r>
              <a:rPr lang="ko-KR" altLang="en-US" smtClean="0"/>
              <a:t>스토리텔링을 담고 있는 것에 대해 </a:t>
            </a:r>
            <a:r>
              <a:rPr lang="en-US" altLang="ko-KR" smtClean="0"/>
              <a:t>1~5</a:t>
            </a:r>
            <a:r>
              <a:rPr lang="ko-KR" altLang="en-US" smtClean="0"/>
              <a:t>순위까지 리스트화해보자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12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나만의 라이브러리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25625"/>
            <a:ext cx="11277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(</a:t>
            </a:r>
            <a:r>
              <a:rPr lang="ko-KR" altLang="en-US" smtClean="0"/>
              <a:t>대중 가요</a:t>
            </a:r>
            <a:r>
              <a:rPr lang="en-US" altLang="ko-KR" smtClean="0"/>
              <a:t>) You are a miracle</a:t>
            </a:r>
            <a:br>
              <a:rPr lang="en-US" altLang="ko-KR" smtClean="0"/>
            </a:br>
            <a:r>
              <a:rPr lang="en-US" altLang="ko-KR" smtClean="0"/>
              <a:t>-&gt; </a:t>
            </a:r>
            <a:r>
              <a:rPr lang="ko-KR" altLang="en-US" smtClean="0"/>
              <a:t>집단적 메시지를 통한 자기 존재 가치의 재인식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(</a:t>
            </a:r>
            <a:r>
              <a:rPr lang="ko-KR" altLang="en-US" smtClean="0"/>
              <a:t>영화</a:t>
            </a:r>
            <a:r>
              <a:rPr lang="en-US" altLang="ko-KR" smtClean="0"/>
              <a:t>) </a:t>
            </a:r>
            <a:r>
              <a:rPr lang="ko-KR" altLang="en-US" smtClean="0"/>
              <a:t>코코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-&gt; </a:t>
            </a:r>
            <a:r>
              <a:rPr lang="ko-KR" altLang="en-US" smtClean="0"/>
              <a:t>가족 서사와 감각적 미장센</a:t>
            </a:r>
            <a:r>
              <a:rPr lang="en-US" altLang="ko-KR" smtClean="0"/>
              <a:t>, </a:t>
            </a:r>
            <a:r>
              <a:rPr lang="ko-KR" altLang="en-US" smtClean="0"/>
              <a:t>음악이 결합된 정서적 몰입 경험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(</a:t>
            </a:r>
            <a:r>
              <a:rPr lang="ko-KR" altLang="en-US" smtClean="0"/>
              <a:t>영화</a:t>
            </a:r>
            <a:r>
              <a:rPr lang="en-US" altLang="ko-KR" smtClean="0"/>
              <a:t>) </a:t>
            </a:r>
            <a:r>
              <a:rPr lang="ko-KR" altLang="en-US" smtClean="0"/>
              <a:t>레디플레이어원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-&gt; </a:t>
            </a:r>
            <a:r>
              <a:rPr lang="ko-KR" altLang="en-US" smtClean="0"/>
              <a:t>가상 권력 상황 속 인간성에 대한 윤리적 자기 질문 유도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(</a:t>
            </a:r>
            <a:r>
              <a:rPr lang="ko-KR" altLang="en-US" smtClean="0"/>
              <a:t>드라마</a:t>
            </a:r>
            <a:r>
              <a:rPr lang="en-US" altLang="ko-KR" smtClean="0"/>
              <a:t>) </a:t>
            </a:r>
            <a:r>
              <a:rPr lang="ko-KR" altLang="en-US" smtClean="0"/>
              <a:t>소년심판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-&gt; </a:t>
            </a:r>
            <a:r>
              <a:rPr lang="ko-KR" altLang="en-US" smtClean="0"/>
              <a:t>감정과 법리 사이의 긴장을 통해 사회적 책임 문제를 조명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(</a:t>
            </a:r>
            <a:r>
              <a:rPr lang="ko-KR" altLang="en-US" smtClean="0"/>
              <a:t>드라마</a:t>
            </a:r>
            <a:r>
              <a:rPr lang="en-US" altLang="ko-KR" smtClean="0"/>
              <a:t>) </a:t>
            </a:r>
            <a:r>
              <a:rPr lang="ko-KR" altLang="en-US" smtClean="0"/>
              <a:t>모범택시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-&gt; </a:t>
            </a:r>
            <a:r>
              <a:rPr lang="ko-KR" altLang="en-US" smtClean="0"/>
              <a:t>대리 정의 실현을 통한 카타르시스와 현실 공감의 극대화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4012728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나만의 라이브러리 </a:t>
            </a:r>
            <a:r>
              <a:rPr lang="en-US" altLang="ko-KR" smtClean="0"/>
              <a:t>- </a:t>
            </a:r>
            <a:r>
              <a:rPr lang="ko-KR" altLang="en-US" smtClean="0"/>
              <a:t>드라마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소년 심판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모범 택시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75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나만의 라이브러리 </a:t>
            </a:r>
            <a:r>
              <a:rPr lang="en-US" altLang="ko-KR" smtClean="0"/>
              <a:t>- </a:t>
            </a:r>
            <a:r>
              <a:rPr lang="ko-KR" altLang="en-US" smtClean="0"/>
              <a:t>영화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코코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레디플레이어원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신과 함께 </a:t>
            </a:r>
            <a:r>
              <a:rPr lang="en-US" altLang="ko-KR" smtClean="0"/>
              <a:t>– </a:t>
            </a:r>
            <a:r>
              <a:rPr lang="ko-KR" altLang="en-US" smtClean="0"/>
              <a:t>인과 연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746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나만의 라이브러리 </a:t>
            </a:r>
            <a:r>
              <a:rPr lang="en-US" altLang="ko-KR" smtClean="0"/>
              <a:t>- </a:t>
            </a:r>
            <a:r>
              <a:rPr lang="ko-KR" altLang="en-US" smtClean="0"/>
              <a:t>음악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You are a miracle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피터팬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Broken Melodies</a:t>
            </a:r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469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분야별로 리스트화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내가 인생작이라고 생각하는 것들에 대한 리스트화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이를 통해 내가 무엇을 좋아하는지 알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내가 좋아하는 게 무엇인지 알면</a:t>
            </a:r>
            <a:endParaRPr lang="en-US" altLang="ko-KR" smtClean="0"/>
          </a:p>
          <a:p>
            <a:r>
              <a:rPr lang="ko-KR" altLang="en-US" smtClean="0"/>
              <a:t>좋을 글을 쓸 수 있는 바탕이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33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내가 정말 좋아하는 게 뭔지 생각해보자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내가 좋아하는 것들에 관해 쓸 때는 더 잘 쓸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객관적으로 내가 무엇을 좋아하는 지에 대해 인식하자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68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284</Words>
  <Application>Microsoft Office PowerPoint</Application>
  <PresentationFormat>와이드스크린</PresentationFormat>
  <Paragraphs>78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소재 (2) - 출사표</vt:lpstr>
      <vt:lpstr>PowerPoint 프레젠테이션</vt:lpstr>
      <vt:lpstr>삼국지 – 위정자/군주의 길</vt:lpstr>
      <vt:lpstr>출사표</vt:lpstr>
      <vt:lpstr>법칙(?)</vt:lpstr>
      <vt:lpstr>글쓰기</vt:lpstr>
      <vt:lpstr>중독</vt:lpstr>
      <vt:lpstr>PowerPoint 프레젠테이션</vt:lpstr>
      <vt:lpstr>메타 휴먼</vt:lpstr>
      <vt:lpstr>살아움직이는 글쓰기. 가능성의 글쓰기</vt:lpstr>
      <vt:lpstr>내일 배울 것</vt:lpstr>
      <vt:lpstr>도구 (4) 라이브러리</vt:lpstr>
      <vt:lpstr>나만의 라이브러리</vt:lpstr>
      <vt:lpstr>나만의 라이브러리 - 드라마</vt:lpstr>
      <vt:lpstr>나만의 라이브러리 - 영화</vt:lpstr>
      <vt:lpstr>나만의 라이브러리 - 음악</vt:lpstr>
      <vt:lpstr>분야별로 리스트화</vt:lpstr>
      <vt:lpstr>내가 정말 좋아하는 게 뭔지 생각해보자.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소재 (2) - 출사표</dc:title>
  <dc:creator>FullName</dc:creator>
  <cp:lastModifiedBy>FullName</cp:lastModifiedBy>
  <cp:revision>12</cp:revision>
  <dcterms:created xsi:type="dcterms:W3CDTF">2026-03-19T04:57:39Z</dcterms:created>
  <dcterms:modified xsi:type="dcterms:W3CDTF">2026-03-19T06:56:20Z</dcterms:modified>
</cp:coreProperties>
</file>