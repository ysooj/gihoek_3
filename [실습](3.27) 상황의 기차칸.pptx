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8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AEBA0"/>
    <a:srgbClr val="4B4443"/>
    <a:srgbClr val="352F34"/>
    <a:srgbClr val="4E0A74"/>
    <a:srgbClr val="669E40"/>
    <a:srgbClr val="540B9D"/>
    <a:srgbClr val="FDFB9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E85CAB5-BF9D-4577-A3CE-8E24176FA968}" v="41" dt="2026-04-03T02:29:53.0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4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undo custSel addSld modSld">
      <pc:chgData name="musukie52@gmail.com" userId="017bd91f96aa8751" providerId="LiveId" clId="{5B2C3894-F97E-4CAB-8812-5BB4D83AAC6A}" dt="2026-04-03T02:29:53.040" v="591"/>
      <pc:docMkLst>
        <pc:docMk/>
      </pc:docMkLst>
      <pc:sldChg chg="addSp delSp modSp add mod setBg">
        <pc:chgData name="musukie52@gmail.com" userId="017bd91f96aa8751" providerId="LiveId" clId="{5B2C3894-F97E-4CAB-8812-5BB4D83AAC6A}" dt="2026-04-03T02:29:53.040" v="591"/>
        <pc:sldMkLst>
          <pc:docMk/>
          <pc:sldMk cId="4091973683" sldId="258"/>
        </pc:sldMkLst>
        <pc:spChg chg="add mod">
          <ac:chgData name="musukie52@gmail.com" userId="017bd91f96aa8751" providerId="LiveId" clId="{5B2C3894-F97E-4CAB-8812-5BB4D83AAC6A}" dt="2026-03-30T01:57:17.390" v="198" actId="1037"/>
          <ac:spMkLst>
            <pc:docMk/>
            <pc:sldMk cId="4091973683" sldId="258"/>
            <ac:spMk id="3" creationId="{96111037-67EC-63EE-A67F-AA1E7C0911D9}"/>
          </ac:spMkLst>
        </pc:spChg>
        <pc:spChg chg="mod">
          <ac:chgData name="musukie52@gmail.com" userId="017bd91f96aa8751" providerId="LiveId" clId="{5B2C3894-F97E-4CAB-8812-5BB4D83AAC6A}" dt="2026-03-30T01:56:43.608" v="181" actId="14100"/>
          <ac:spMkLst>
            <pc:docMk/>
            <pc:sldMk cId="4091973683" sldId="258"/>
            <ac:spMk id="4" creationId="{6BF04A61-4923-4C58-BA1E-50FED9DA6032}"/>
          </ac:spMkLst>
        </pc:spChg>
        <pc:spChg chg="mod ord">
          <ac:chgData name="musukie52@gmail.com" userId="017bd91f96aa8751" providerId="LiveId" clId="{5B2C3894-F97E-4CAB-8812-5BB4D83AAC6A}" dt="2026-03-30T02:13:55.937" v="283" actId="207"/>
          <ac:spMkLst>
            <pc:docMk/>
            <pc:sldMk cId="4091973683" sldId="258"/>
            <ac:spMk id="5" creationId="{E78D7B35-FFB4-AE3D-4059-8B5F3B129B29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6" creationId="{D3FD614B-B3D1-2799-2581-7E19812A71DD}"/>
          </ac:spMkLst>
        </pc:spChg>
        <pc:spChg chg="add mod">
          <ac:chgData name="musukie52@gmail.com" userId="017bd91f96aa8751" providerId="LiveId" clId="{5B2C3894-F97E-4CAB-8812-5BB4D83AAC6A}" dt="2026-03-30T01:57:35.744" v="201" actId="1076"/>
          <ac:spMkLst>
            <pc:docMk/>
            <pc:sldMk cId="4091973683" sldId="258"/>
            <ac:spMk id="7" creationId="{D64E15A3-EAED-CE12-FABD-B9C8CCC0C0F5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8" creationId="{BDC7C307-FB88-038B-F00C-AF4F7C6E0E27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9" creationId="{E413EA34-D317-596F-C3ED-0C7FE2696060}"/>
          </ac:spMkLst>
        </pc:spChg>
        <pc:spChg chg="mod ord">
          <ac:chgData name="musukie52@gmail.com" userId="017bd91f96aa8751" providerId="LiveId" clId="{5B2C3894-F97E-4CAB-8812-5BB4D83AAC6A}" dt="2026-03-30T02:18:23.219" v="312" actId="20577"/>
          <ac:spMkLst>
            <pc:docMk/>
            <pc:sldMk cId="4091973683" sldId="258"/>
            <ac:spMk id="10" creationId="{62BFBB14-C716-834C-6AD0-F0E2287E355A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4" creationId="{26BE3C65-3436-8099-22CC-BD47487B38E6}"/>
          </ac:spMkLst>
        </pc:spChg>
        <pc:spChg chg="add mod">
          <ac:chgData name="musukie52@gmail.com" userId="017bd91f96aa8751" providerId="LiveId" clId="{5B2C3894-F97E-4CAB-8812-5BB4D83AAC6A}" dt="2026-04-03T02:28:37.486" v="534" actId="20577"/>
          <ac:spMkLst>
            <pc:docMk/>
            <pc:sldMk cId="4091973683" sldId="258"/>
            <ac:spMk id="16" creationId="{D1D1280A-F3ED-19A3-647C-B700D4514F18}"/>
          </ac:spMkLst>
        </pc:spChg>
        <pc:spChg chg="add mod">
          <ac:chgData name="musukie52@gmail.com" userId="017bd91f96aa8751" providerId="LiveId" clId="{5B2C3894-F97E-4CAB-8812-5BB4D83AAC6A}" dt="2026-04-03T02:29:02.664" v="552" actId="20577"/>
          <ac:spMkLst>
            <pc:docMk/>
            <pc:sldMk cId="4091973683" sldId="258"/>
            <ac:spMk id="17" creationId="{E18A4BCA-56FE-BE9A-3ADF-65AA2616F75B}"/>
          </ac:spMkLst>
        </pc:spChg>
        <pc:spChg chg="ord">
          <ac:chgData name="musukie52@gmail.com" userId="017bd91f96aa8751" providerId="LiveId" clId="{5B2C3894-F97E-4CAB-8812-5BB4D83AAC6A}" dt="2026-03-30T01:58:53.444" v="213" actId="166"/>
          <ac:spMkLst>
            <pc:docMk/>
            <pc:sldMk cId="4091973683" sldId="258"/>
            <ac:spMk id="18" creationId="{F8B62E21-B0C9-CE94-7A9A-07D8D4C68B8E}"/>
          </ac:spMkLst>
        </pc:spChg>
        <pc:spChg chg="add mod">
          <ac:chgData name="musukie52@gmail.com" userId="017bd91f96aa8751" providerId="LiveId" clId="{5B2C3894-F97E-4CAB-8812-5BB4D83AAC6A}" dt="2026-04-03T02:29:49.779" v="584"/>
          <ac:spMkLst>
            <pc:docMk/>
            <pc:sldMk cId="4091973683" sldId="258"/>
            <ac:spMk id="20" creationId="{CB4B7EB1-B68F-1867-8D0B-AF4EA8CE5D81}"/>
          </ac:spMkLst>
        </pc:spChg>
        <pc:spChg chg="add mod">
          <ac:chgData name="musukie52@gmail.com" userId="017bd91f96aa8751" providerId="LiveId" clId="{5B2C3894-F97E-4CAB-8812-5BB4D83AAC6A}" dt="2026-04-03T02:29:53.040" v="591"/>
          <ac:spMkLst>
            <pc:docMk/>
            <pc:sldMk cId="4091973683" sldId="258"/>
            <ac:spMk id="21" creationId="{DDE9DE73-1214-A125-BCE1-0C6EAF7BF125}"/>
          </ac:spMkLst>
        </pc:spChg>
        <pc:spChg chg="add mod">
          <ac:chgData name="musukie52@gmail.com" userId="017bd91f96aa8751" providerId="LiveId" clId="{5B2C3894-F97E-4CAB-8812-5BB4D83AAC6A}" dt="2026-03-30T01:57:50.669" v="204" actId="1076"/>
          <ac:spMkLst>
            <pc:docMk/>
            <pc:sldMk cId="4091973683" sldId="258"/>
            <ac:spMk id="22" creationId="{7B2E6166-D437-EDF9-79CD-F9ABC98681E7}"/>
          </ac:spMkLst>
        </pc:spChg>
        <pc:spChg chg="add mod">
          <ac:chgData name="musukie52@gmail.com" userId="017bd91f96aa8751" providerId="LiveId" clId="{5B2C3894-F97E-4CAB-8812-5BB4D83AAC6A}" dt="2026-03-30T01:58:04.455" v="207" actId="14100"/>
          <ac:spMkLst>
            <pc:docMk/>
            <pc:sldMk cId="4091973683" sldId="258"/>
            <ac:spMk id="23" creationId="{B368189A-2355-D5A5-2EC1-AAC4C80DC5B2}"/>
          </ac:spMkLst>
        </pc:spChg>
        <pc:spChg chg="add mod">
          <ac:chgData name="musukie52@gmail.com" userId="017bd91f96aa8751" providerId="LiveId" clId="{5B2C3894-F97E-4CAB-8812-5BB4D83AAC6A}" dt="2026-03-30T01:58:17.098" v="210" actId="14100"/>
          <ac:spMkLst>
            <pc:docMk/>
            <pc:sldMk cId="4091973683" sldId="258"/>
            <ac:spMk id="24" creationId="{97168B62-7E91-318B-24CE-AB1BC3B02533}"/>
          </ac:spMkLst>
        </pc:spChg>
        <pc:spChg chg="add mod">
          <ac:chgData name="musukie52@gmail.com" userId="017bd91f96aa8751" providerId="LiveId" clId="{5B2C3894-F97E-4CAB-8812-5BB4D83AAC6A}" dt="2026-03-30T02:00:01.777" v="257" actId="20577"/>
          <ac:spMkLst>
            <pc:docMk/>
            <pc:sldMk cId="4091973683" sldId="258"/>
            <ac:spMk id="25" creationId="{4F69904C-EC4D-C12D-19BD-EB2390B91B9C}"/>
          </ac:spMkLst>
        </pc:spChg>
        <pc:spChg chg="add mod">
          <ac:chgData name="musukie52@gmail.com" userId="017bd91f96aa8751" providerId="LiveId" clId="{5B2C3894-F97E-4CAB-8812-5BB4D83AAC6A}" dt="2026-03-30T02:10:41.977" v="280" actId="20577"/>
          <ac:spMkLst>
            <pc:docMk/>
            <pc:sldMk cId="4091973683" sldId="258"/>
            <ac:spMk id="26" creationId="{FD3CE820-3ACC-CAD9-7460-F158E59EE393}"/>
          </ac:spMkLst>
        </pc:spChg>
        <pc:spChg chg="add mod">
          <ac:chgData name="musukie52@gmail.com" userId="017bd91f96aa8751" providerId="LiveId" clId="{5B2C3894-F97E-4CAB-8812-5BB4D83AAC6A}" dt="2026-03-30T02:20:20.253" v="383" actId="20577"/>
          <ac:spMkLst>
            <pc:docMk/>
            <pc:sldMk cId="4091973683" sldId="258"/>
            <ac:spMk id="28" creationId="{C3EFCE05-692B-69A3-A2AF-1D2591CD36DA}"/>
          </ac:spMkLst>
        </pc:spChg>
        <pc:spChg chg="add mod">
          <ac:chgData name="musukie52@gmail.com" userId="017bd91f96aa8751" providerId="LiveId" clId="{5B2C3894-F97E-4CAB-8812-5BB4D83AAC6A}" dt="2026-03-30T02:20:41.255" v="423" actId="20577"/>
          <ac:spMkLst>
            <pc:docMk/>
            <pc:sldMk cId="4091973683" sldId="258"/>
            <ac:spMk id="29" creationId="{6ACADD41-7720-83F3-AEEC-14895C32BE4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232D13-99AA-4636-90AA-800F69AD8C37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78B48B-5F30-4934-9677-39BE819839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67889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178B48B-5F30-4934-9677-39BE819839D0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3199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4845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21332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8230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5073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6986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61500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6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6480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951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57807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44435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511268-C062-4462-9948-2814E8F03C39}" type="datetimeFigureOut">
              <a:rPr lang="ko-KR" altLang="en-US" smtClean="0"/>
              <a:t>2026-04-03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2BA8D7-0464-431F-B814-086EAF2BB35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09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B444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1DA44-CC47-6EB3-35D0-DB823C8128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이등변 삼각형 3">
            <a:extLst>
              <a:ext uri="{FF2B5EF4-FFF2-40B4-BE49-F238E27FC236}">
                <a16:creationId xmlns:a16="http://schemas.microsoft.com/office/drawing/2014/main" id="{6BF04A61-4923-4C58-BA1E-50FED9DA6032}"/>
              </a:ext>
            </a:extLst>
          </p:cNvPr>
          <p:cNvSpPr/>
          <p:nvPr/>
        </p:nvSpPr>
        <p:spPr>
          <a:xfrm>
            <a:off x="-1" y="411480"/>
            <a:ext cx="12191999" cy="6446520"/>
          </a:xfrm>
          <a:prstGeom prst="triangle">
            <a:avLst>
              <a:gd name="adj" fmla="val 100000"/>
            </a:avLst>
          </a:prstGeom>
          <a:solidFill>
            <a:srgbClr val="669E4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6111037-67EC-63EE-A67F-AA1E7C0911D9}"/>
              </a:ext>
            </a:extLst>
          </p:cNvPr>
          <p:cNvSpPr/>
          <p:nvPr/>
        </p:nvSpPr>
        <p:spPr>
          <a:xfrm>
            <a:off x="-436" y="1"/>
            <a:ext cx="2448000" cy="6857999"/>
          </a:xfrm>
          <a:prstGeom prst="rect">
            <a:avLst/>
          </a:prstGeom>
          <a:solidFill>
            <a:srgbClr val="4B4443">
              <a:alpha val="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64E15A3-EAED-CE12-FABD-B9C8CCC0C0F5}"/>
              </a:ext>
            </a:extLst>
          </p:cNvPr>
          <p:cNvSpPr/>
          <p:nvPr/>
        </p:nvSpPr>
        <p:spPr>
          <a:xfrm>
            <a:off x="2442868" y="1"/>
            <a:ext cx="2448000" cy="6857999"/>
          </a:xfrm>
          <a:prstGeom prst="rect">
            <a:avLst/>
          </a:prstGeom>
          <a:solidFill>
            <a:srgbClr val="4B4443">
              <a:alpha val="2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7B2E6166-D437-EDF9-79CD-F9ABC98681E7}"/>
              </a:ext>
            </a:extLst>
          </p:cNvPr>
          <p:cNvSpPr/>
          <p:nvPr/>
        </p:nvSpPr>
        <p:spPr>
          <a:xfrm>
            <a:off x="4885736" y="1"/>
            <a:ext cx="2448000" cy="6857999"/>
          </a:xfrm>
          <a:prstGeom prst="rect">
            <a:avLst/>
          </a:prstGeom>
          <a:solidFill>
            <a:srgbClr val="4B4443">
              <a:alpha val="4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368189A-2355-D5A5-2EC1-AAC4C80DC5B2}"/>
              </a:ext>
            </a:extLst>
          </p:cNvPr>
          <p:cNvSpPr/>
          <p:nvPr/>
        </p:nvSpPr>
        <p:spPr>
          <a:xfrm>
            <a:off x="7329040" y="-1"/>
            <a:ext cx="2448000" cy="6857999"/>
          </a:xfrm>
          <a:prstGeom prst="rect">
            <a:avLst/>
          </a:prstGeom>
          <a:solidFill>
            <a:srgbClr val="4B4443">
              <a:alpha val="6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97168B62-7E91-318B-24CE-AB1BC3B02533}"/>
              </a:ext>
            </a:extLst>
          </p:cNvPr>
          <p:cNvSpPr/>
          <p:nvPr/>
        </p:nvSpPr>
        <p:spPr>
          <a:xfrm>
            <a:off x="9777918" y="-3"/>
            <a:ext cx="2448000" cy="6857999"/>
          </a:xfrm>
          <a:prstGeom prst="rect">
            <a:avLst/>
          </a:prstGeom>
          <a:solidFill>
            <a:srgbClr val="4B4443">
              <a:alpha val="80000"/>
            </a:srgbClr>
          </a:solidFill>
          <a:ln>
            <a:solidFill>
              <a:srgbClr val="FAEB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이등변 삼각형 4">
            <a:extLst>
              <a:ext uri="{FF2B5EF4-FFF2-40B4-BE49-F238E27FC236}">
                <a16:creationId xmlns:a16="http://schemas.microsoft.com/office/drawing/2014/main" id="{E78D7B35-FFB4-AE3D-4059-8B5F3B129B29}"/>
              </a:ext>
            </a:extLst>
          </p:cNvPr>
          <p:cNvSpPr/>
          <p:nvPr/>
        </p:nvSpPr>
        <p:spPr>
          <a:xfrm flipH="1" flipV="1">
            <a:off x="5976" y="5976"/>
            <a:ext cx="12192000" cy="6447600"/>
          </a:xfrm>
          <a:prstGeom prst="triangle">
            <a:avLst>
              <a:gd name="adj" fmla="val 100000"/>
            </a:avLst>
          </a:prstGeom>
          <a:solidFill>
            <a:srgbClr val="352F3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3FD614B-B3D1-2799-2581-7E19812A71DD}"/>
              </a:ext>
            </a:extLst>
          </p:cNvPr>
          <p:cNvSpPr/>
          <p:nvPr/>
        </p:nvSpPr>
        <p:spPr>
          <a:xfrm>
            <a:off x="976647" y="432532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쓰레기 줍기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DC7C307-FB88-038B-F00C-AF4F7C6E0E27}"/>
              </a:ext>
            </a:extLst>
          </p:cNvPr>
          <p:cNvSpPr/>
          <p:nvPr/>
        </p:nvSpPr>
        <p:spPr>
          <a:xfrm>
            <a:off x="1901457" y="45011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첫 번째 균열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413EA34-D317-596F-C3ED-0C7FE2696060}"/>
              </a:ext>
            </a:extLst>
          </p:cNvPr>
          <p:cNvSpPr/>
          <p:nvPr/>
        </p:nvSpPr>
        <p:spPr>
          <a:xfrm>
            <a:off x="3149428" y="44714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선의 지수 측정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BFBB14-C716-834C-6AD0-F0E2287E355A}"/>
              </a:ext>
            </a:extLst>
          </p:cNvPr>
          <p:cNvSpPr/>
          <p:nvPr/>
        </p:nvSpPr>
        <p:spPr>
          <a:xfrm>
            <a:off x="114822" y="439360"/>
            <a:ext cx="136148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가정 환경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A5A3AF7-5731-8BDD-2C11-8F2E1CB81D7E}"/>
              </a:ext>
            </a:extLst>
          </p:cNvPr>
          <p:cNvSpPr/>
          <p:nvPr/>
        </p:nvSpPr>
        <p:spPr>
          <a:xfrm>
            <a:off x="4424057" y="447144"/>
            <a:ext cx="1702601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주인공 선의 지수 공개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7498CD9-1DA7-81E1-FB4A-82A557A89F58}"/>
              </a:ext>
            </a:extLst>
          </p:cNvPr>
          <p:cNvSpPr/>
          <p:nvPr/>
        </p:nvSpPr>
        <p:spPr>
          <a:xfrm>
            <a:off x="976647" y="152509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칭찬 중독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BE3C65-3436-8099-22CC-BD47487B38E6}"/>
              </a:ext>
            </a:extLst>
          </p:cNvPr>
          <p:cNvSpPr/>
          <p:nvPr/>
        </p:nvSpPr>
        <p:spPr>
          <a:xfrm>
            <a:off x="6039211" y="450382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친구의 죽음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719433AB-929B-1C3E-CB2E-88B9EC80CB59}"/>
              </a:ext>
            </a:extLst>
          </p:cNvPr>
          <p:cNvSpPr/>
          <p:nvPr/>
        </p:nvSpPr>
        <p:spPr>
          <a:xfrm>
            <a:off x="4415492" y="187744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선의 </a:t>
            </a:r>
            <a:r>
              <a:rPr lang="ko-KR" altLang="en-US" sz="1000" dirty="0" err="1">
                <a:solidFill>
                  <a:schemeClr val="bg1"/>
                </a:solidFill>
              </a:rPr>
              <a:t>고갈자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8B62E21-B0C9-CE94-7A9A-07D8D4C68B8E}"/>
              </a:ext>
            </a:extLst>
          </p:cNvPr>
          <p:cNvSpPr/>
          <p:nvPr/>
        </p:nvSpPr>
        <p:spPr>
          <a:xfrm>
            <a:off x="6039952" y="186990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동생의 한마디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411E15E-7AE3-A513-B116-5F3937E8BB23}"/>
              </a:ext>
            </a:extLst>
          </p:cNvPr>
          <p:cNvSpPr/>
          <p:nvPr/>
        </p:nvSpPr>
        <p:spPr>
          <a:xfrm>
            <a:off x="3157186" y="219144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영웅 산업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1822792" y="395519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>
                <a:solidFill>
                  <a:schemeClr val="bg1"/>
                </a:solidFill>
              </a:rPr>
              <a:t>첫 번째 협력자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FD3CE820-3ACC-CAD9-7460-F158E59EE393}"/>
              </a:ext>
            </a:extLst>
          </p:cNvPr>
          <p:cNvSpPr/>
          <p:nvPr/>
        </p:nvSpPr>
        <p:spPr>
          <a:xfrm>
            <a:off x="3146826" y="1528563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>
                <a:solidFill>
                  <a:schemeClr val="bg1"/>
                </a:solidFill>
              </a:rPr>
              <a:t>거절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3EFCE05-692B-69A3-A2AF-1D2591CD36DA}"/>
              </a:ext>
            </a:extLst>
          </p:cNvPr>
          <p:cNvSpPr/>
          <p:nvPr/>
        </p:nvSpPr>
        <p:spPr>
          <a:xfrm>
            <a:off x="1896333" y="1531526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구원 방법 발견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ACADD41-7720-83F3-AEEC-14895C32BE4B}"/>
              </a:ext>
            </a:extLst>
          </p:cNvPr>
          <p:cNvSpPr/>
          <p:nvPr/>
        </p:nvSpPr>
        <p:spPr>
          <a:xfrm>
            <a:off x="8564781" y="439360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최종 선택</a:t>
            </a:r>
          </a:p>
        </p:txBody>
      </p:sp>
      <p:sp>
        <p:nvSpPr>
          <p:cNvPr id="2" name="화살표: 오각형 1">
            <a:extLst>
              <a:ext uri="{FF2B5EF4-FFF2-40B4-BE49-F238E27FC236}">
                <a16:creationId xmlns:a16="http://schemas.microsoft.com/office/drawing/2014/main" id="{BB431C50-A9BF-C9E4-B3D6-224F16BDF128}"/>
              </a:ext>
            </a:extLst>
          </p:cNvPr>
          <p:cNvSpPr/>
          <p:nvPr/>
        </p:nvSpPr>
        <p:spPr>
          <a:xfrm>
            <a:off x="46976" y="63104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가정 환경</a:t>
            </a:r>
          </a:p>
        </p:txBody>
      </p:sp>
      <p:sp>
        <p:nvSpPr>
          <p:cNvPr id="11" name="화살표: 오각형 10">
            <a:extLst>
              <a:ext uri="{FF2B5EF4-FFF2-40B4-BE49-F238E27FC236}">
                <a16:creationId xmlns:a16="http://schemas.microsoft.com/office/drawing/2014/main" id="{8EB86231-D003-28EE-0190-33A053BE2B99}"/>
              </a:ext>
            </a:extLst>
          </p:cNvPr>
          <p:cNvSpPr/>
          <p:nvPr/>
        </p:nvSpPr>
        <p:spPr>
          <a:xfrm>
            <a:off x="680724" y="582823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쓰레기 줍기</a:t>
            </a:r>
          </a:p>
        </p:txBody>
      </p:sp>
      <p:sp>
        <p:nvSpPr>
          <p:cNvPr id="19" name="화살표: 오각형 18">
            <a:extLst>
              <a:ext uri="{FF2B5EF4-FFF2-40B4-BE49-F238E27FC236}">
                <a16:creationId xmlns:a16="http://schemas.microsoft.com/office/drawing/2014/main" id="{D994D8C9-CD09-F8AD-E4A1-51AE38A4CDCF}"/>
              </a:ext>
            </a:extLst>
          </p:cNvPr>
          <p:cNvSpPr/>
          <p:nvPr/>
        </p:nvSpPr>
        <p:spPr>
          <a:xfrm>
            <a:off x="1325608" y="63104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첫 균열 발견</a:t>
            </a:r>
          </a:p>
        </p:txBody>
      </p:sp>
      <p:cxnSp>
        <p:nvCxnSpPr>
          <p:cNvPr id="30" name="연결선: 꺾임 29">
            <a:extLst>
              <a:ext uri="{FF2B5EF4-FFF2-40B4-BE49-F238E27FC236}">
                <a16:creationId xmlns:a16="http://schemas.microsoft.com/office/drawing/2014/main" id="{00C2186D-C44A-8D06-9A3A-DD9F54385827}"/>
              </a:ext>
            </a:extLst>
          </p:cNvPr>
          <p:cNvCxnSpPr>
            <a:cxnSpLocks/>
            <a:stCxn id="2" idx="0"/>
            <a:endCxn id="11" idx="1"/>
          </p:cNvCxnSpPr>
          <p:nvPr/>
        </p:nvCxnSpPr>
        <p:spPr>
          <a:xfrm rot="5400000" flipH="1" flipV="1">
            <a:off x="427322" y="6057088"/>
            <a:ext cx="333706" cy="17309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연결선: 꺾임 31">
            <a:extLst>
              <a:ext uri="{FF2B5EF4-FFF2-40B4-BE49-F238E27FC236}">
                <a16:creationId xmlns:a16="http://schemas.microsoft.com/office/drawing/2014/main" id="{530348AF-1F2B-8968-32FA-97E687281648}"/>
              </a:ext>
            </a:extLst>
          </p:cNvPr>
          <p:cNvCxnSpPr>
            <a:cxnSpLocks/>
            <a:stCxn id="11" idx="3"/>
            <a:endCxn id="19" idx="0"/>
          </p:cNvCxnSpPr>
          <p:nvPr/>
        </p:nvCxnSpPr>
        <p:spPr>
          <a:xfrm>
            <a:off x="1750572" y="5976783"/>
            <a:ext cx="35687" cy="33370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연결선: 꺾임 34">
            <a:extLst>
              <a:ext uri="{FF2B5EF4-FFF2-40B4-BE49-F238E27FC236}">
                <a16:creationId xmlns:a16="http://schemas.microsoft.com/office/drawing/2014/main" id="{B6E8F5DB-1D6C-DE7B-FBEC-3A6725D722DD}"/>
              </a:ext>
            </a:extLst>
          </p:cNvPr>
          <p:cNvCxnSpPr>
            <a:cxnSpLocks/>
            <a:stCxn id="19" idx="2"/>
            <a:endCxn id="45" idx="2"/>
          </p:cNvCxnSpPr>
          <p:nvPr/>
        </p:nvCxnSpPr>
        <p:spPr>
          <a:xfrm rot="16200000" flipH="1">
            <a:off x="2364290" y="6029550"/>
            <a:ext cx="5428" cy="1161490"/>
          </a:xfrm>
          <a:prstGeom prst="bentConnector3">
            <a:avLst>
              <a:gd name="adj1" fmla="val 221951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화살표: 오각형 44">
            <a:extLst>
              <a:ext uri="{FF2B5EF4-FFF2-40B4-BE49-F238E27FC236}">
                <a16:creationId xmlns:a16="http://schemas.microsoft.com/office/drawing/2014/main" id="{584E6426-EE9B-9BEF-2C41-48ADABE0AD85}"/>
              </a:ext>
            </a:extLst>
          </p:cNvPr>
          <p:cNvSpPr/>
          <p:nvPr/>
        </p:nvSpPr>
        <p:spPr>
          <a:xfrm>
            <a:off x="2487098" y="6315917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지수 측정</a:t>
            </a:r>
          </a:p>
        </p:txBody>
      </p:sp>
      <p:sp>
        <p:nvSpPr>
          <p:cNvPr id="46" name="화살표: 오각형 45">
            <a:extLst>
              <a:ext uri="{FF2B5EF4-FFF2-40B4-BE49-F238E27FC236}">
                <a16:creationId xmlns:a16="http://schemas.microsoft.com/office/drawing/2014/main" id="{F7E60FDC-1D02-1C24-6C9F-273E29C30265}"/>
              </a:ext>
            </a:extLst>
          </p:cNvPr>
          <p:cNvSpPr/>
          <p:nvPr/>
        </p:nvSpPr>
        <p:spPr>
          <a:xfrm>
            <a:off x="3086478" y="5376492"/>
            <a:ext cx="1123360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강제 징집</a:t>
            </a:r>
          </a:p>
        </p:txBody>
      </p:sp>
      <p:sp>
        <p:nvSpPr>
          <p:cNvPr id="47" name="화살표: 오각형 46">
            <a:extLst>
              <a:ext uri="{FF2B5EF4-FFF2-40B4-BE49-F238E27FC236}">
                <a16:creationId xmlns:a16="http://schemas.microsoft.com/office/drawing/2014/main" id="{B1D09D92-4C70-7956-2027-83151D495223}"/>
              </a:ext>
            </a:extLst>
          </p:cNvPr>
          <p:cNvSpPr/>
          <p:nvPr/>
        </p:nvSpPr>
        <p:spPr>
          <a:xfrm>
            <a:off x="3783580" y="5933214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</a:t>
            </a:r>
            <a:r>
              <a:rPr lang="ko-KR" altLang="en-US" sz="800" dirty="0" err="1">
                <a:solidFill>
                  <a:schemeClr val="tx1"/>
                </a:solidFill>
              </a:rPr>
              <a:t>고갈자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48" name="연결선: 꺾임 47">
            <a:extLst>
              <a:ext uri="{FF2B5EF4-FFF2-40B4-BE49-F238E27FC236}">
                <a16:creationId xmlns:a16="http://schemas.microsoft.com/office/drawing/2014/main" id="{3EA178F5-08A6-938A-EF3F-7995FC791306}"/>
              </a:ext>
            </a:extLst>
          </p:cNvPr>
          <p:cNvCxnSpPr>
            <a:cxnSpLocks/>
            <a:stCxn id="45" idx="0"/>
            <a:endCxn id="46" idx="1"/>
          </p:cNvCxnSpPr>
          <p:nvPr/>
        </p:nvCxnSpPr>
        <p:spPr>
          <a:xfrm rot="5400000" flipH="1" flipV="1">
            <a:off x="2621674" y="5851114"/>
            <a:ext cx="790879" cy="138729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연결선: 꺾임 48">
            <a:extLst>
              <a:ext uri="{FF2B5EF4-FFF2-40B4-BE49-F238E27FC236}">
                <a16:creationId xmlns:a16="http://schemas.microsoft.com/office/drawing/2014/main" id="{246CA2A6-781C-1036-2211-52C090321EB7}"/>
              </a:ext>
            </a:extLst>
          </p:cNvPr>
          <p:cNvCxnSpPr>
            <a:cxnSpLocks/>
            <a:stCxn id="46" idx="3"/>
            <a:endCxn id="47" idx="0"/>
          </p:cNvCxnSpPr>
          <p:nvPr/>
        </p:nvCxnSpPr>
        <p:spPr>
          <a:xfrm>
            <a:off x="4209838" y="5525038"/>
            <a:ext cx="34393" cy="408176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화살표: 오각형 53">
            <a:extLst>
              <a:ext uri="{FF2B5EF4-FFF2-40B4-BE49-F238E27FC236}">
                <a16:creationId xmlns:a16="http://schemas.microsoft.com/office/drawing/2014/main" id="{E0501A97-5113-FD6E-75F5-A6943C93087F}"/>
              </a:ext>
            </a:extLst>
          </p:cNvPr>
          <p:cNvSpPr/>
          <p:nvPr/>
        </p:nvSpPr>
        <p:spPr>
          <a:xfrm>
            <a:off x="5010695" y="6305030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주인공 </a:t>
            </a:r>
            <a:endParaRPr lang="en-US" altLang="ko-KR" sz="800" dirty="0">
              <a:solidFill>
                <a:schemeClr val="tx1"/>
              </a:solidFill>
            </a:endParaRPr>
          </a:p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선의 지수 공개</a:t>
            </a:r>
          </a:p>
        </p:txBody>
      </p:sp>
      <p:sp>
        <p:nvSpPr>
          <p:cNvPr id="55" name="화살표: 오각형 54">
            <a:extLst>
              <a:ext uri="{FF2B5EF4-FFF2-40B4-BE49-F238E27FC236}">
                <a16:creationId xmlns:a16="http://schemas.microsoft.com/office/drawing/2014/main" id="{81A61468-EC7B-C897-0AC1-2A2BD6AA2750}"/>
              </a:ext>
            </a:extLst>
          </p:cNvPr>
          <p:cNvSpPr/>
          <p:nvPr/>
        </p:nvSpPr>
        <p:spPr>
          <a:xfrm>
            <a:off x="5699789" y="5116918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구조 실패</a:t>
            </a:r>
          </a:p>
        </p:txBody>
      </p:sp>
      <p:sp>
        <p:nvSpPr>
          <p:cNvPr id="56" name="화살표: 오각형 55">
            <a:extLst>
              <a:ext uri="{FF2B5EF4-FFF2-40B4-BE49-F238E27FC236}">
                <a16:creationId xmlns:a16="http://schemas.microsoft.com/office/drawing/2014/main" id="{77A5AF9E-9470-98DD-51F2-2D789F2E9E97}"/>
              </a:ext>
            </a:extLst>
          </p:cNvPr>
          <p:cNvSpPr/>
          <p:nvPr/>
        </p:nvSpPr>
        <p:spPr>
          <a:xfrm>
            <a:off x="6225272" y="4246465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친구의 죽음</a:t>
            </a:r>
          </a:p>
        </p:txBody>
      </p:sp>
      <p:cxnSp>
        <p:nvCxnSpPr>
          <p:cNvPr id="57" name="연결선: 꺾임 56">
            <a:extLst>
              <a:ext uri="{FF2B5EF4-FFF2-40B4-BE49-F238E27FC236}">
                <a16:creationId xmlns:a16="http://schemas.microsoft.com/office/drawing/2014/main" id="{6DDCD975-41F3-A6D1-8D6C-115DAED2F3F4}"/>
              </a:ext>
            </a:extLst>
          </p:cNvPr>
          <p:cNvCxnSpPr>
            <a:cxnSpLocks/>
            <a:stCxn id="54" idx="0"/>
            <a:endCxn id="55" idx="1"/>
          </p:cNvCxnSpPr>
          <p:nvPr/>
        </p:nvCxnSpPr>
        <p:spPr>
          <a:xfrm rot="5400000" flipH="1" flipV="1">
            <a:off x="5065784" y="5671026"/>
            <a:ext cx="1039566" cy="228443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연결선: 꺾임 57">
            <a:extLst>
              <a:ext uri="{FF2B5EF4-FFF2-40B4-BE49-F238E27FC236}">
                <a16:creationId xmlns:a16="http://schemas.microsoft.com/office/drawing/2014/main" id="{C17F1E12-4A5A-E593-ED1D-58D07734489C}"/>
              </a:ext>
            </a:extLst>
          </p:cNvPr>
          <p:cNvCxnSpPr>
            <a:cxnSpLocks/>
            <a:stCxn id="55" idx="0"/>
            <a:endCxn id="56" idx="0"/>
          </p:cNvCxnSpPr>
          <p:nvPr/>
        </p:nvCxnSpPr>
        <p:spPr>
          <a:xfrm rot="5400000" flipH="1" flipV="1">
            <a:off x="5987955" y="4418951"/>
            <a:ext cx="870453" cy="525483"/>
          </a:xfrm>
          <a:prstGeom prst="bentConnector3">
            <a:avLst>
              <a:gd name="adj1" fmla="val 126262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화살표: 오각형 66">
            <a:extLst>
              <a:ext uri="{FF2B5EF4-FFF2-40B4-BE49-F238E27FC236}">
                <a16:creationId xmlns:a16="http://schemas.microsoft.com/office/drawing/2014/main" id="{1CDF306A-BE2E-258F-9738-B9A5B47B115C}"/>
              </a:ext>
            </a:extLst>
          </p:cNvPr>
          <p:cNvSpPr/>
          <p:nvPr/>
        </p:nvSpPr>
        <p:spPr>
          <a:xfrm>
            <a:off x="7543295" y="633108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괴물의 정체</a:t>
            </a:r>
          </a:p>
        </p:txBody>
      </p:sp>
      <p:sp>
        <p:nvSpPr>
          <p:cNvPr id="68" name="화살표: 오각형 67">
            <a:extLst>
              <a:ext uri="{FF2B5EF4-FFF2-40B4-BE49-F238E27FC236}">
                <a16:creationId xmlns:a16="http://schemas.microsoft.com/office/drawing/2014/main" id="{30165209-03A4-1DA5-09AC-AF365CDA165C}"/>
              </a:ext>
            </a:extLst>
          </p:cNvPr>
          <p:cNvSpPr/>
          <p:nvPr/>
        </p:nvSpPr>
        <p:spPr>
          <a:xfrm>
            <a:off x="8142657" y="4985022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육체 저장소 발견</a:t>
            </a:r>
          </a:p>
        </p:txBody>
      </p:sp>
      <p:sp>
        <p:nvSpPr>
          <p:cNvPr id="69" name="화살표: 오각형 68">
            <a:extLst>
              <a:ext uri="{FF2B5EF4-FFF2-40B4-BE49-F238E27FC236}">
                <a16:creationId xmlns:a16="http://schemas.microsoft.com/office/drawing/2014/main" id="{1CCCC373-1F82-27EE-EB8C-9D09D44243F1}"/>
              </a:ext>
            </a:extLst>
          </p:cNvPr>
          <p:cNvSpPr/>
          <p:nvPr/>
        </p:nvSpPr>
        <p:spPr>
          <a:xfrm>
            <a:off x="8707192" y="3290723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구원 방법</a:t>
            </a:r>
          </a:p>
        </p:txBody>
      </p:sp>
      <p:cxnSp>
        <p:nvCxnSpPr>
          <p:cNvPr id="70" name="연결선: 꺾임 69">
            <a:extLst>
              <a:ext uri="{FF2B5EF4-FFF2-40B4-BE49-F238E27FC236}">
                <a16:creationId xmlns:a16="http://schemas.microsoft.com/office/drawing/2014/main" id="{20F5CBD8-C72D-6784-0F75-14B7A3620DFA}"/>
              </a:ext>
            </a:extLst>
          </p:cNvPr>
          <p:cNvCxnSpPr>
            <a:cxnSpLocks/>
            <a:stCxn id="67" idx="0"/>
            <a:endCxn id="68" idx="1"/>
          </p:cNvCxnSpPr>
          <p:nvPr/>
        </p:nvCxnSpPr>
        <p:spPr>
          <a:xfrm rot="5400000" flipH="1" flipV="1">
            <a:off x="7474541" y="5662974"/>
            <a:ext cx="1197521" cy="138711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9276516F-B2DC-7B6A-5338-8E4889B4069E}"/>
              </a:ext>
            </a:extLst>
          </p:cNvPr>
          <p:cNvCxnSpPr>
            <a:cxnSpLocks/>
            <a:stCxn id="68" idx="0"/>
            <a:endCxn id="69" idx="0"/>
          </p:cNvCxnSpPr>
          <p:nvPr/>
        </p:nvCxnSpPr>
        <p:spPr>
          <a:xfrm rot="5400000" flipH="1" flipV="1">
            <a:off x="8038426" y="3855606"/>
            <a:ext cx="1694299" cy="564535"/>
          </a:xfrm>
          <a:prstGeom prst="bentConnector3">
            <a:avLst>
              <a:gd name="adj1" fmla="val 113492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69" idx="3"/>
            <a:endCxn id="165" idx="1"/>
          </p:cNvCxnSpPr>
          <p:nvPr/>
        </p:nvCxnSpPr>
        <p:spPr>
          <a:xfrm>
            <a:off x="9777040" y="3439269"/>
            <a:ext cx="149560" cy="5155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0BACF5E8-B18E-E4F1-31F5-D15622A47334}"/>
              </a:ext>
            </a:extLst>
          </p:cNvPr>
          <p:cNvSpPr/>
          <p:nvPr/>
        </p:nvSpPr>
        <p:spPr>
          <a:xfrm>
            <a:off x="6043564" y="1523025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구조 실패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F1D86EC7-0B5D-E426-4A1E-96C0AD6369DC}"/>
              </a:ext>
            </a:extLst>
          </p:cNvPr>
          <p:cNvSpPr/>
          <p:nvPr/>
        </p:nvSpPr>
        <p:spPr>
          <a:xfrm>
            <a:off x="3146826" y="1869904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선의 랭킹 시스템</a:t>
            </a:r>
          </a:p>
        </p:txBody>
      </p: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7BEDFB0-C6B6-34D0-27F5-C9C042F80467}"/>
              </a:ext>
            </a:extLst>
          </p:cNvPr>
          <p:cNvSpPr/>
          <p:nvPr/>
        </p:nvSpPr>
        <p:spPr>
          <a:xfrm>
            <a:off x="7230030" y="443893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괴물의 정체</a:t>
            </a:r>
          </a:p>
        </p:txBody>
      </p:sp>
      <p:sp>
        <p:nvSpPr>
          <p:cNvPr id="95" name="직사각형 94">
            <a:extLst>
              <a:ext uri="{FF2B5EF4-FFF2-40B4-BE49-F238E27FC236}">
                <a16:creationId xmlns:a16="http://schemas.microsoft.com/office/drawing/2014/main" id="{7CEE8659-536F-341A-1E79-4A146B933C78}"/>
              </a:ext>
            </a:extLst>
          </p:cNvPr>
          <p:cNvSpPr/>
          <p:nvPr/>
        </p:nvSpPr>
        <p:spPr>
          <a:xfrm>
            <a:off x="7219679" y="1506467"/>
            <a:ext cx="1262254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>
                <a:solidFill>
                  <a:schemeClr val="bg1"/>
                </a:solidFill>
              </a:rPr>
              <a:t>육체 저장소 발견</a:t>
            </a:r>
          </a:p>
        </p:txBody>
      </p:sp>
      <p:cxnSp>
        <p:nvCxnSpPr>
          <p:cNvPr id="124" name="연결선: 꺾임 123">
            <a:extLst>
              <a:ext uri="{FF2B5EF4-FFF2-40B4-BE49-F238E27FC236}">
                <a16:creationId xmlns:a16="http://schemas.microsoft.com/office/drawing/2014/main" id="{BC660F1B-9D1B-ACB4-23EB-18B00A29F9B9}"/>
              </a:ext>
            </a:extLst>
          </p:cNvPr>
          <p:cNvCxnSpPr>
            <a:cxnSpLocks/>
            <a:stCxn id="47" idx="3"/>
            <a:endCxn id="54" idx="1"/>
          </p:cNvCxnSpPr>
          <p:nvPr/>
        </p:nvCxnSpPr>
        <p:spPr>
          <a:xfrm>
            <a:off x="4853428" y="6081760"/>
            <a:ext cx="157267" cy="371816"/>
          </a:xfrm>
          <a:prstGeom prst="bentConnector3">
            <a:avLst>
              <a:gd name="adj1" fmla="val 5000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연결선: 꺾임 126">
            <a:extLst>
              <a:ext uri="{FF2B5EF4-FFF2-40B4-BE49-F238E27FC236}">
                <a16:creationId xmlns:a16="http://schemas.microsoft.com/office/drawing/2014/main" id="{55455B5E-7F35-3945-07EC-113BCA670A85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7295120" y="4395011"/>
            <a:ext cx="248175" cy="2084624"/>
          </a:xfrm>
          <a:prstGeom prst="bentConnector3">
            <a:avLst>
              <a:gd name="adj1" fmla="val 50000"/>
            </a:avLst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A5A3AF7-5731-8BDD-2C11-8F2E1CB81D7E}"/>
              </a:ext>
            </a:extLst>
          </p:cNvPr>
          <p:cNvSpPr/>
          <p:nvPr/>
        </p:nvSpPr>
        <p:spPr>
          <a:xfrm>
            <a:off x="4419205" y="1536003"/>
            <a:ext cx="1702601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>
                <a:solidFill>
                  <a:schemeClr val="bg1"/>
                </a:solidFill>
              </a:rPr>
              <a:t>강제 징집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cxnSp>
        <p:nvCxnSpPr>
          <p:cNvPr id="94" name="직선 연결선 93"/>
          <p:cNvCxnSpPr/>
          <p:nvPr/>
        </p:nvCxnSpPr>
        <p:spPr>
          <a:xfrm flipH="1">
            <a:off x="134560" y="1204515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모서리가 둥근 직사각형 86"/>
          <p:cNvSpPr/>
          <p:nvPr/>
        </p:nvSpPr>
        <p:spPr>
          <a:xfrm>
            <a:off x="134559" y="115610"/>
            <a:ext cx="779980" cy="329483"/>
          </a:xfrm>
          <a:prstGeom prst="roundRect">
            <a:avLst/>
          </a:prstGeom>
          <a:solidFill>
            <a:srgbClr val="FAEBA0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메인 사건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97" name="모서리가 둥근 직사각형 96"/>
          <p:cNvSpPr/>
          <p:nvPr/>
        </p:nvSpPr>
        <p:spPr>
          <a:xfrm>
            <a:off x="134560" y="1539931"/>
            <a:ext cx="779980" cy="339946"/>
          </a:xfrm>
          <a:prstGeom prst="roundRect">
            <a:avLst/>
          </a:prstGeom>
          <a:solidFill>
            <a:schemeClr val="bg1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서브 사건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cxnSp>
        <p:nvCxnSpPr>
          <p:cNvPr id="107" name="직선 연결선 106"/>
          <p:cNvCxnSpPr/>
          <p:nvPr/>
        </p:nvCxnSpPr>
        <p:spPr>
          <a:xfrm flipH="1">
            <a:off x="1423137" y="1210919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/>
          <p:cNvCxnSpPr/>
          <p:nvPr/>
        </p:nvCxnSpPr>
        <p:spPr>
          <a:xfrm flipH="1">
            <a:off x="2706694" y="1210919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/>
          <p:cNvCxnSpPr/>
          <p:nvPr/>
        </p:nvCxnSpPr>
        <p:spPr>
          <a:xfrm flipH="1">
            <a:off x="4349973" y="1210919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/>
          <p:cNvCxnSpPr/>
          <p:nvPr/>
        </p:nvCxnSpPr>
        <p:spPr>
          <a:xfrm flipH="1">
            <a:off x="5494872" y="1205378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/>
          <p:cNvCxnSpPr/>
          <p:nvPr/>
        </p:nvCxnSpPr>
        <p:spPr>
          <a:xfrm flipH="1">
            <a:off x="6776284" y="1208981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/>
          <p:cNvCxnSpPr/>
          <p:nvPr/>
        </p:nvCxnSpPr>
        <p:spPr>
          <a:xfrm flipH="1">
            <a:off x="7926886" y="1205378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모서리가 둥근 직사각형 114"/>
          <p:cNvSpPr/>
          <p:nvPr/>
        </p:nvSpPr>
        <p:spPr>
          <a:xfrm>
            <a:off x="132305" y="3478372"/>
            <a:ext cx="779980" cy="339946"/>
          </a:xfrm>
          <a:prstGeom prst="roundRect">
            <a:avLst/>
          </a:prstGeom>
          <a:solidFill>
            <a:srgbClr val="4B4443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bg1"/>
                </a:solidFill>
              </a:rPr>
              <a:t>관계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sp>
        <p:nvSpPr>
          <p:cNvPr id="116" name="직사각형 115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111507" y="3961404"/>
            <a:ext cx="1321206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>
                <a:solidFill>
                  <a:schemeClr val="bg1"/>
                </a:solidFill>
              </a:rPr>
              <a:t>부모의 정서적 학대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cxnSp>
        <p:nvCxnSpPr>
          <p:cNvPr id="117" name="직선 연결선 116"/>
          <p:cNvCxnSpPr/>
          <p:nvPr/>
        </p:nvCxnSpPr>
        <p:spPr>
          <a:xfrm flipH="1">
            <a:off x="141421" y="3181770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연결선 117"/>
          <p:cNvCxnSpPr/>
          <p:nvPr/>
        </p:nvCxnSpPr>
        <p:spPr>
          <a:xfrm flipH="1">
            <a:off x="1420854" y="3179030"/>
            <a:ext cx="1725972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120885" y="4369722"/>
            <a:ext cx="1321206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>
                <a:solidFill>
                  <a:schemeClr val="bg1"/>
                </a:solidFill>
              </a:rPr>
              <a:t>동생과의 차별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cxnSp>
        <p:nvCxnSpPr>
          <p:cNvPr id="120" name="직선 연결선 119"/>
          <p:cNvCxnSpPr/>
          <p:nvPr/>
        </p:nvCxnSpPr>
        <p:spPr>
          <a:xfrm flipH="1">
            <a:off x="2928401" y="3179030"/>
            <a:ext cx="3082855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직사각형 120">
            <a:extLst>
              <a:ext uri="{FF2B5EF4-FFF2-40B4-BE49-F238E27FC236}">
                <a16:creationId xmlns:a16="http://schemas.microsoft.com/office/drawing/2014/main" id="{4F69904C-EC4D-C12D-19BD-EB2390B91B9C}"/>
              </a:ext>
            </a:extLst>
          </p:cNvPr>
          <p:cNvSpPr/>
          <p:nvPr/>
        </p:nvSpPr>
        <p:spPr>
          <a:xfrm>
            <a:off x="2977295" y="3951768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>
                <a:solidFill>
                  <a:schemeClr val="bg1"/>
                </a:solidFill>
              </a:rPr>
              <a:t>조력자 등장</a:t>
            </a:r>
            <a:endParaRPr lang="ko-KR" altLang="en-US" sz="1000" dirty="0">
              <a:solidFill>
                <a:schemeClr val="bg1"/>
              </a:solidFill>
            </a:endParaRPr>
          </a:p>
        </p:txBody>
      </p:sp>
      <p:cxnSp>
        <p:nvCxnSpPr>
          <p:cNvPr id="122" name="직선 연결선 121"/>
          <p:cNvCxnSpPr/>
          <p:nvPr/>
        </p:nvCxnSpPr>
        <p:spPr>
          <a:xfrm flipH="1">
            <a:off x="113540" y="1208981"/>
            <a:ext cx="856574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직선 연결선 124"/>
          <p:cNvCxnSpPr/>
          <p:nvPr/>
        </p:nvCxnSpPr>
        <p:spPr>
          <a:xfrm flipH="1">
            <a:off x="113540" y="3177955"/>
            <a:ext cx="856574" cy="0"/>
          </a:xfrm>
          <a:prstGeom prst="line">
            <a:avLst/>
          </a:prstGeom>
          <a:ln w="19050">
            <a:solidFill>
              <a:schemeClr val="bg1"/>
            </a:solidFill>
            <a:prstDash val="dash"/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0994542" y="163947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희생 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9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1011226" y="4439428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생존 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30" name="연결선: 꺾임 70">
            <a:extLst>
              <a:ext uri="{FF2B5EF4-FFF2-40B4-BE49-F238E27FC236}">
                <a16:creationId xmlns:a16="http://schemas.microsoft.com/office/drawing/2014/main" id="{9276516F-B2DC-7B6A-5338-8E4889B4069E}"/>
              </a:ext>
            </a:extLst>
          </p:cNvPr>
          <p:cNvCxnSpPr>
            <a:cxnSpLocks/>
            <a:stCxn id="165" idx="0"/>
            <a:endCxn id="128" idx="1"/>
          </p:cNvCxnSpPr>
          <p:nvPr/>
        </p:nvCxnSpPr>
        <p:spPr>
          <a:xfrm rot="5400000" flipH="1" flipV="1">
            <a:off x="10101531" y="2271560"/>
            <a:ext cx="1376545" cy="409477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연결선: 꺾임 70">
            <a:extLst>
              <a:ext uri="{FF2B5EF4-FFF2-40B4-BE49-F238E27FC236}">
                <a16:creationId xmlns:a16="http://schemas.microsoft.com/office/drawing/2014/main" id="{9276516F-B2DC-7B6A-5338-8E4889B4069E}"/>
              </a:ext>
            </a:extLst>
          </p:cNvPr>
          <p:cNvCxnSpPr>
            <a:cxnSpLocks/>
            <a:stCxn id="165" idx="2"/>
            <a:endCxn id="129" idx="1"/>
          </p:cNvCxnSpPr>
          <p:nvPr/>
        </p:nvCxnSpPr>
        <p:spPr>
          <a:xfrm rot="16200000" flipH="1">
            <a:off x="10366297" y="3943045"/>
            <a:ext cx="863696" cy="426161"/>
          </a:xfrm>
          <a:prstGeom prst="bentConnector2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0994542" y="2302864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세계 구원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2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0994542" y="2967944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잊혀짐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138" idx="2"/>
            <a:endCxn id="142" idx="0"/>
          </p:cNvCxnSpPr>
          <p:nvPr/>
        </p:nvCxnSpPr>
        <p:spPr>
          <a:xfrm>
            <a:off x="11455193" y="2599956"/>
            <a:ext cx="0" cy="367988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1011226" y="5098019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비난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3" name="화살표: 오각형 75">
            <a:extLst>
              <a:ext uri="{FF2B5EF4-FFF2-40B4-BE49-F238E27FC236}">
                <a16:creationId xmlns:a16="http://schemas.microsoft.com/office/drawing/2014/main" id="{D216EC82-415A-355B-5917-9E53B0AF762D}"/>
              </a:ext>
            </a:extLst>
          </p:cNvPr>
          <p:cNvSpPr/>
          <p:nvPr/>
        </p:nvSpPr>
        <p:spPr>
          <a:xfrm>
            <a:off x="11013168" y="5756610"/>
            <a:ext cx="1069848" cy="297092"/>
          </a:xfrm>
          <a:prstGeom prst="homePlate">
            <a:avLst/>
          </a:prstGeom>
          <a:solidFill>
            <a:srgbClr val="FAEBA0"/>
          </a:solidFill>
          <a:ln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5400000" scaled="1"/>
            </a:gradFill>
          </a:ln>
          <a:effectLst>
            <a:softEdge rad="1905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이제야 움직이는 세상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54" name="직선 화살표 연결선 153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147" idx="2"/>
            <a:endCxn id="153" idx="0"/>
          </p:cNvCxnSpPr>
          <p:nvPr/>
        </p:nvCxnSpPr>
        <p:spPr>
          <a:xfrm>
            <a:off x="11471877" y="5395111"/>
            <a:ext cx="1942" cy="361499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순서도: 판단 164"/>
          <p:cNvSpPr/>
          <p:nvPr/>
        </p:nvSpPr>
        <p:spPr>
          <a:xfrm>
            <a:off x="9926600" y="3164570"/>
            <a:ext cx="1316930" cy="559708"/>
          </a:xfrm>
          <a:prstGeom prst="flowChartDecision">
            <a:avLst/>
          </a:prstGeom>
          <a:solidFill>
            <a:schemeClr val="bg1"/>
          </a:solidFill>
          <a:ln>
            <a:noFill/>
          </a:ln>
          <a:effectLst>
            <a:softEdge rad="254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tx1"/>
                </a:solidFill>
              </a:rPr>
              <a:t>최종 선택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177" name="직선 화살표 연결선 176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128" idx="2"/>
            <a:endCxn id="138" idx="0"/>
          </p:cNvCxnSpPr>
          <p:nvPr/>
        </p:nvCxnSpPr>
        <p:spPr>
          <a:xfrm>
            <a:off x="11455193" y="1936571"/>
            <a:ext cx="0" cy="366293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직선 화살표 연결선 180">
            <a:extLst>
              <a:ext uri="{FF2B5EF4-FFF2-40B4-BE49-F238E27FC236}">
                <a16:creationId xmlns:a16="http://schemas.microsoft.com/office/drawing/2014/main" id="{BADBD593-F14C-0FE6-82A5-BCC7AB757BEB}"/>
              </a:ext>
            </a:extLst>
          </p:cNvPr>
          <p:cNvCxnSpPr>
            <a:cxnSpLocks/>
            <a:stCxn id="129" idx="2"/>
            <a:endCxn id="147" idx="0"/>
          </p:cNvCxnSpPr>
          <p:nvPr/>
        </p:nvCxnSpPr>
        <p:spPr>
          <a:xfrm>
            <a:off x="11471877" y="4736520"/>
            <a:ext cx="0" cy="361499"/>
          </a:xfrm>
          <a:prstGeom prst="straightConnector1">
            <a:avLst/>
          </a:prstGeom>
          <a:ln w="19050">
            <a:solidFill>
              <a:srgbClr val="FAEB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/>
          <p:cNvSpPr txBox="1"/>
          <p:nvPr/>
        </p:nvSpPr>
        <p:spPr>
          <a:xfrm rot="19927908">
            <a:off x="1772839" y="5089967"/>
            <a:ext cx="6111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solidFill>
                  <a:srgbClr val="FAEBA0"/>
                </a:solidFill>
              </a:rPr>
              <a:t>발단</a:t>
            </a:r>
          </a:p>
        </p:txBody>
      </p:sp>
      <p:sp>
        <p:nvSpPr>
          <p:cNvPr id="187" name="TextBox 186"/>
          <p:cNvSpPr txBox="1"/>
          <p:nvPr/>
        </p:nvSpPr>
        <p:spPr>
          <a:xfrm rot="19927908">
            <a:off x="4211798" y="3791447"/>
            <a:ext cx="6111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solidFill>
                  <a:srgbClr val="FAEBA0"/>
                </a:solidFill>
              </a:rPr>
              <a:t>전개</a:t>
            </a:r>
          </a:p>
        </p:txBody>
      </p:sp>
      <p:sp>
        <p:nvSpPr>
          <p:cNvPr id="188" name="TextBox 187"/>
          <p:cNvSpPr txBox="1"/>
          <p:nvPr/>
        </p:nvSpPr>
        <p:spPr>
          <a:xfrm rot="19927908">
            <a:off x="6623486" y="2516256"/>
            <a:ext cx="6111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solidFill>
                  <a:srgbClr val="FAEBA0"/>
                </a:solidFill>
              </a:rPr>
              <a:t>위기</a:t>
            </a:r>
          </a:p>
        </p:txBody>
      </p:sp>
      <p:sp>
        <p:nvSpPr>
          <p:cNvPr id="189" name="TextBox 188"/>
          <p:cNvSpPr txBox="1"/>
          <p:nvPr/>
        </p:nvSpPr>
        <p:spPr>
          <a:xfrm rot="19927908">
            <a:off x="9004550" y="1260531"/>
            <a:ext cx="6111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solidFill>
                  <a:srgbClr val="FAEBA0"/>
                </a:solidFill>
              </a:rPr>
              <a:t>절정</a:t>
            </a:r>
          </a:p>
        </p:txBody>
      </p:sp>
      <p:sp>
        <p:nvSpPr>
          <p:cNvPr id="190" name="TextBox 189"/>
          <p:cNvSpPr txBox="1"/>
          <p:nvPr/>
        </p:nvSpPr>
        <p:spPr>
          <a:xfrm rot="19927908">
            <a:off x="11335798" y="36692"/>
            <a:ext cx="6111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>
                <a:solidFill>
                  <a:srgbClr val="FAEBA0"/>
                </a:solidFill>
              </a:rPr>
              <a:t>결말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D1D1280A-F3ED-19A3-647C-B700D4514F18}"/>
              </a:ext>
            </a:extLst>
          </p:cNvPr>
          <p:cNvSpPr/>
          <p:nvPr/>
        </p:nvSpPr>
        <p:spPr>
          <a:xfrm>
            <a:off x="1123071" y="1717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차우선</a:t>
            </a:r>
            <a:r>
              <a:rPr lang="ko-KR" alt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 </a:t>
            </a:r>
            <a:r>
              <a:rPr lang="en-US" altLang="ko-KR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(</a:t>
            </a:r>
            <a:r>
              <a:rPr lang="ko-KR" altLang="en-US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동생</a:t>
            </a:r>
            <a:r>
              <a:rPr lang="en-US" altLang="ko-KR" sz="10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)</a:t>
            </a:r>
            <a:endParaRPr lang="ko-KR" alt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18A4BCA-56FE-BE9A-3ADF-65AA2616F75B}"/>
              </a:ext>
            </a:extLst>
          </p:cNvPr>
          <p:cNvSpPr/>
          <p:nvPr/>
        </p:nvSpPr>
        <p:spPr>
          <a:xfrm>
            <a:off x="2654417" y="47299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서주안</a:t>
            </a:r>
            <a:endParaRPr lang="ko-KR" alt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B4B7EB1-B68F-1867-8D0B-AF4EA8CE5D81}"/>
              </a:ext>
            </a:extLst>
          </p:cNvPr>
          <p:cNvSpPr/>
          <p:nvPr/>
        </p:nvSpPr>
        <p:spPr>
          <a:xfrm>
            <a:off x="3755403" y="42144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나통령</a:t>
            </a:r>
            <a:endParaRPr lang="ko-KR" alt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DDE9DE73-1214-A125-BCE1-0C6EAF7BF125}"/>
              </a:ext>
            </a:extLst>
          </p:cNvPr>
          <p:cNvSpPr/>
          <p:nvPr/>
        </p:nvSpPr>
        <p:spPr>
          <a:xfrm>
            <a:off x="4877740" y="74611"/>
            <a:ext cx="1069848" cy="4114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ko-KR" altLang="en-US" sz="1000" dirty="0" err="1">
                <a:solidFill>
                  <a:schemeClr val="accent2">
                    <a:lumMod val="60000"/>
                    <a:lumOff val="40000"/>
                  </a:schemeClr>
                </a:solidFill>
              </a:rPr>
              <a:t>박폭력</a:t>
            </a:r>
            <a:endParaRPr lang="ko-KR" altLang="en-US" sz="1000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19736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  <a:effectLst>
          <a:softEdge rad="25400"/>
        </a:effectLst>
      </a:spPr>
      <a:bodyPr rtlCol="0" anchor="ctr"/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112</Words>
  <Application>Microsoft Office PowerPoint</Application>
  <PresentationFormat>와이드스크린</PresentationFormat>
  <Paragraphs>55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FullName</dc:creator>
  <cp:lastModifiedBy>musukie52@gmail.com</cp:lastModifiedBy>
  <cp:revision>13</cp:revision>
  <dcterms:created xsi:type="dcterms:W3CDTF">2026-03-27T05:49:27Z</dcterms:created>
  <dcterms:modified xsi:type="dcterms:W3CDTF">2026-04-03T02:29:53Z</dcterms:modified>
</cp:coreProperties>
</file>