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8" d="100"/>
          <a:sy n="58" d="100"/>
        </p:scale>
        <p:origin x="78" y="11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11268-C062-4462-9948-2814E8F03C39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34845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11268-C062-4462-9948-2814E8F03C39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21332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11268-C062-4462-9948-2814E8F03C39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8230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11268-C062-4462-9948-2814E8F03C39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50738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11268-C062-4462-9948-2814E8F03C39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69864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11268-C062-4462-9948-2814E8F03C39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61500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11268-C062-4462-9948-2814E8F03C39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8657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11268-C062-4462-9948-2814E8F03C39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64806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11268-C062-4462-9948-2814E8F03C39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8951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11268-C062-4462-9948-2814E8F03C39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57807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11268-C062-4462-9948-2814E8F03C39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44435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511268-C062-4462-9948-2814E8F03C39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0904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이등변 삼각형 3"/>
          <p:cNvSpPr/>
          <p:nvPr/>
        </p:nvSpPr>
        <p:spPr>
          <a:xfrm>
            <a:off x="165168" y="411480"/>
            <a:ext cx="11850624" cy="6446520"/>
          </a:xfrm>
          <a:prstGeom prst="triangle">
            <a:avLst>
              <a:gd name="adj" fmla="val 10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이등변 삼각형 4"/>
          <p:cNvSpPr/>
          <p:nvPr/>
        </p:nvSpPr>
        <p:spPr>
          <a:xfrm flipH="1" flipV="1">
            <a:off x="164592" y="0"/>
            <a:ext cx="11851200" cy="6447600"/>
          </a:xfrm>
          <a:prstGeom prst="triangle">
            <a:avLst>
              <a:gd name="adj" fmla="val 10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/>
          <p:cNvSpPr/>
          <p:nvPr/>
        </p:nvSpPr>
        <p:spPr>
          <a:xfrm>
            <a:off x="411480" y="205740"/>
            <a:ext cx="1069848" cy="4114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smtClean="0">
                <a:solidFill>
                  <a:schemeClr val="tx1"/>
                </a:solidFill>
              </a:rPr>
              <a:t>소재들</a:t>
            </a:r>
            <a:endParaRPr lang="ko-KR" altLang="en-US" sz="1000">
              <a:solidFill>
                <a:schemeClr val="tx1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490728" y="6278436"/>
            <a:ext cx="1069848" cy="411480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smtClean="0">
                <a:solidFill>
                  <a:schemeClr val="tx1"/>
                </a:solidFill>
              </a:rPr>
              <a:t>상황의 기차칸</a:t>
            </a:r>
            <a:endParaRPr lang="ko-KR" altLang="en-US" sz="1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0213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이등변 삼각형 3"/>
          <p:cNvSpPr/>
          <p:nvPr/>
        </p:nvSpPr>
        <p:spPr>
          <a:xfrm>
            <a:off x="165168" y="411480"/>
            <a:ext cx="11850624" cy="6446520"/>
          </a:xfrm>
          <a:prstGeom prst="triangle">
            <a:avLst>
              <a:gd name="adj" fmla="val 10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이등변 삼각형 4"/>
          <p:cNvSpPr/>
          <p:nvPr/>
        </p:nvSpPr>
        <p:spPr>
          <a:xfrm flipH="1" flipV="1">
            <a:off x="164592" y="0"/>
            <a:ext cx="11851200" cy="6447600"/>
          </a:xfrm>
          <a:prstGeom prst="triangle">
            <a:avLst>
              <a:gd name="adj" fmla="val 10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/>
          <p:cNvSpPr/>
          <p:nvPr/>
        </p:nvSpPr>
        <p:spPr>
          <a:xfrm>
            <a:off x="3281544" y="610155"/>
            <a:ext cx="1069848" cy="4114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smtClean="0">
                <a:solidFill>
                  <a:schemeClr val="tx1"/>
                </a:solidFill>
              </a:rPr>
              <a:t>쓰레기 줍기</a:t>
            </a:r>
            <a:endParaRPr lang="ko-KR" altLang="en-US" sz="1000">
              <a:solidFill>
                <a:schemeClr val="tx1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490728" y="6278436"/>
            <a:ext cx="1069848" cy="411480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smtClean="0">
                <a:solidFill>
                  <a:schemeClr val="tx1"/>
                </a:solidFill>
              </a:rPr>
              <a:t>상황의 기차칸</a:t>
            </a:r>
            <a:endParaRPr lang="ko-KR" altLang="en-US" sz="1000">
              <a:solidFill>
                <a:schemeClr val="tx1"/>
              </a:solidFill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676952" y="610155"/>
            <a:ext cx="1069848" cy="4114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smtClean="0">
                <a:solidFill>
                  <a:schemeClr val="tx1"/>
                </a:solidFill>
              </a:rPr>
              <a:t>첫 번째 균열 발견</a:t>
            </a:r>
            <a:endParaRPr lang="ko-KR" altLang="en-US" sz="1000">
              <a:solidFill>
                <a:schemeClr val="tx1"/>
              </a:solidFill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6072360" y="610155"/>
            <a:ext cx="1069848" cy="4114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smtClean="0">
                <a:solidFill>
                  <a:schemeClr val="tx1"/>
                </a:solidFill>
              </a:rPr>
              <a:t>선의 지수 측장</a:t>
            </a:r>
            <a:endParaRPr lang="ko-KR" altLang="en-US" sz="1000">
              <a:solidFill>
                <a:schemeClr val="tx1"/>
              </a:solidFill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1886136" y="610155"/>
            <a:ext cx="1069848" cy="4114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smtClean="0">
                <a:solidFill>
                  <a:schemeClr val="tx1"/>
                </a:solidFill>
              </a:rPr>
              <a:t>부모의 정서적 </a:t>
            </a:r>
            <a:r>
              <a:rPr lang="ko-KR" altLang="en-US" sz="1000" smtClean="0">
                <a:solidFill>
                  <a:schemeClr val="tx1"/>
                </a:solidFill>
              </a:rPr>
              <a:t>학대</a:t>
            </a:r>
            <a:endParaRPr lang="ko-KR" altLang="en-US" sz="1000">
              <a:solidFill>
                <a:schemeClr val="tx1"/>
              </a:solidFill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90728" y="610155"/>
            <a:ext cx="1069848" cy="4114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smtClean="0">
                <a:solidFill>
                  <a:schemeClr val="tx1"/>
                </a:solidFill>
              </a:rPr>
              <a:t>입양</a:t>
            </a:r>
            <a:endParaRPr lang="ko-KR" altLang="en-US" sz="1000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7467768" y="610155"/>
            <a:ext cx="1069848" cy="4114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smtClean="0">
                <a:solidFill>
                  <a:schemeClr val="tx1"/>
                </a:solidFill>
              </a:rPr>
              <a:t>무한대에 가까운 선의 지수</a:t>
            </a:r>
            <a:endParaRPr lang="ko-KR" altLang="en-US" sz="1000">
              <a:solidFill>
                <a:schemeClr val="tx1"/>
              </a:solidFill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3281544" y="1276838"/>
            <a:ext cx="1069848" cy="4114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smtClean="0">
                <a:solidFill>
                  <a:schemeClr val="tx1"/>
                </a:solidFill>
              </a:rPr>
              <a:t>칭찬 중독</a:t>
            </a:r>
            <a:endParaRPr lang="ko-KR" altLang="en-US" sz="1000">
              <a:solidFill>
                <a:schemeClr val="tx1"/>
              </a:solidFill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6072360" y="1276838"/>
            <a:ext cx="1069848" cy="4114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smtClean="0">
                <a:solidFill>
                  <a:schemeClr val="tx1"/>
                </a:solidFill>
              </a:rPr>
              <a:t>선의 랭킹 시스템</a:t>
            </a:r>
            <a:endParaRPr lang="ko-KR" altLang="en-US" sz="100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6072360" y="1943521"/>
            <a:ext cx="1069848" cy="4114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smtClean="0">
                <a:solidFill>
                  <a:schemeClr val="tx1"/>
                </a:solidFill>
              </a:rPr>
              <a:t>선의 고갈자</a:t>
            </a:r>
            <a:endParaRPr lang="ko-KR" altLang="en-US" sz="1000">
              <a:solidFill>
                <a:schemeClr val="tx1"/>
              </a:solidFill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2421060" y="2355001"/>
            <a:ext cx="1069848" cy="4114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smtClean="0">
                <a:solidFill>
                  <a:schemeClr val="tx1"/>
                </a:solidFill>
              </a:rPr>
              <a:t>주인공의 첫 붕괴</a:t>
            </a:r>
            <a:endParaRPr lang="ko-KR" altLang="en-US" sz="1000">
              <a:solidFill>
                <a:schemeClr val="tx1"/>
              </a:solidFill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4182257" y="2879243"/>
            <a:ext cx="1069848" cy="4114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smtClean="0">
                <a:solidFill>
                  <a:schemeClr val="tx1"/>
                </a:solidFill>
              </a:rPr>
              <a:t>선의 강제 징집</a:t>
            </a:r>
            <a:endParaRPr lang="ko-KR" altLang="en-US" sz="1000">
              <a:solidFill>
                <a:schemeClr val="tx1"/>
              </a:solidFill>
            </a:endParaRPr>
          </a:p>
        </p:txBody>
      </p:sp>
      <p:sp>
        <p:nvSpPr>
          <p:cNvPr id="18" name="직사각형 17"/>
          <p:cNvSpPr/>
          <p:nvPr/>
        </p:nvSpPr>
        <p:spPr>
          <a:xfrm>
            <a:off x="4253689" y="1970805"/>
            <a:ext cx="1069848" cy="4114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smtClean="0">
                <a:solidFill>
                  <a:schemeClr val="tx1"/>
                </a:solidFill>
              </a:rPr>
              <a:t>동생의 한마디</a:t>
            </a:r>
            <a:endParaRPr lang="ko-KR" altLang="en-US" sz="1000">
              <a:solidFill>
                <a:schemeClr val="tx1"/>
              </a:solidFill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1188432" y="1597567"/>
            <a:ext cx="1069848" cy="4114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smtClean="0">
                <a:solidFill>
                  <a:schemeClr val="tx1"/>
                </a:solidFill>
              </a:rPr>
              <a:t>무한의 역설</a:t>
            </a:r>
            <a:endParaRPr lang="ko-KR" altLang="en-US" sz="1000">
              <a:solidFill>
                <a:schemeClr val="tx1"/>
              </a:solidFill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1351212" y="3429000"/>
            <a:ext cx="1069848" cy="4114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smtClean="0">
                <a:solidFill>
                  <a:schemeClr val="tx1"/>
                </a:solidFill>
              </a:rPr>
              <a:t>마지막 선택</a:t>
            </a:r>
            <a:endParaRPr lang="ko-KR" altLang="en-US" sz="1000">
              <a:solidFill>
                <a:schemeClr val="tx1"/>
              </a:solidFill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2597020" y="3613824"/>
            <a:ext cx="1069848" cy="4114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smtClean="0">
                <a:solidFill>
                  <a:schemeClr val="tx1"/>
                </a:solidFill>
              </a:rPr>
              <a:t>거절</a:t>
            </a:r>
            <a:endParaRPr lang="ko-KR" altLang="en-US" sz="1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40411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42</Words>
  <Application>Microsoft Office PowerPoint</Application>
  <PresentationFormat>와이드스크린</PresentationFormat>
  <Paragraphs>18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5" baseType="lpstr">
      <vt:lpstr>맑은 고딕</vt:lpstr>
      <vt:lpstr>Arial</vt:lpstr>
      <vt:lpstr>Office 테마</vt:lpstr>
      <vt:lpstr>PowerPoint 프레젠테이션</vt:lpstr>
      <vt:lpstr>PowerPoint 프레젠테이션</vt:lpstr>
    </vt:vector>
  </TitlesOfParts>
  <Company>Organization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FullName</dc:creator>
  <cp:lastModifiedBy>FullName</cp:lastModifiedBy>
  <cp:revision>4</cp:revision>
  <dcterms:created xsi:type="dcterms:W3CDTF">2026-03-27T05:49:27Z</dcterms:created>
  <dcterms:modified xsi:type="dcterms:W3CDTF">2026-03-27T06:50:32Z</dcterms:modified>
</cp:coreProperties>
</file>