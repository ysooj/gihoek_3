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0A74"/>
    <a:srgbClr val="4B4443"/>
    <a:srgbClr val="FAEBA0"/>
    <a:srgbClr val="669E40"/>
    <a:srgbClr val="540B9D"/>
    <a:srgbClr val="FDFB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85CAB5-BF9D-4577-A3CE-8E24176FA968}" v="33" dt="2026-03-30T02:20:20.2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8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modSld">
      <pc:chgData name="musukie52@gmail.com" userId="017bd91f96aa8751" providerId="LiveId" clId="{5B2C3894-F97E-4CAB-8812-5BB4D83AAC6A}" dt="2026-03-30T02:21:16.645" v="429" actId="22"/>
      <pc:docMkLst>
        <pc:docMk/>
      </pc:docMkLst>
      <pc:sldChg chg="addSp delSp modSp mod setBg">
        <pc:chgData name="musukie52@gmail.com" userId="017bd91f96aa8751" providerId="LiveId" clId="{5B2C3894-F97E-4CAB-8812-5BB4D83AAC6A}" dt="2026-03-30T01:55:19.062" v="169" actId="2085"/>
        <pc:sldMkLst>
          <pc:docMk/>
          <pc:sldMk cId="2334041143" sldId="257"/>
        </pc:sldMkLst>
        <pc:spChg chg="add 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2" creationId="{343F3A70-89A0-C5C5-7107-AB9C8A3A4728}"/>
          </ac:spMkLst>
        </pc:spChg>
        <pc:spChg chg="add del mod">
          <ac:chgData name="musukie52@gmail.com" userId="017bd91f96aa8751" providerId="LiveId" clId="{5B2C3894-F97E-4CAB-8812-5BB4D83AAC6A}" dt="2026-03-30T01:27:29.582" v="62" actId="478"/>
          <ac:spMkLst>
            <pc:docMk/>
            <pc:sldMk cId="2334041143" sldId="257"/>
            <ac:spMk id="3" creationId="{50A00D17-7F9C-2C1E-9C42-2B7E6257356A}"/>
          </ac:spMkLst>
        </pc:spChg>
        <pc:spChg chg="mod">
          <ac:chgData name="musukie52@gmail.com" userId="017bd91f96aa8751" providerId="LiveId" clId="{5B2C3894-F97E-4CAB-8812-5BB4D83AAC6A}" dt="2026-03-30T01:54:25.661" v="164" actId="207"/>
          <ac:spMkLst>
            <pc:docMk/>
            <pc:sldMk cId="2334041143" sldId="257"/>
            <ac:spMk id="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55:19.062" v="169" actId="2085"/>
          <ac:spMkLst>
            <pc:docMk/>
            <pc:sldMk cId="2334041143" sldId="257"/>
            <ac:spMk id="5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6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3-30T01:20:22.607" v="18" actId="478"/>
          <ac:spMkLst>
            <pc:docMk/>
            <pc:sldMk cId="2334041143" sldId="257"/>
            <ac:spMk id="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39:58.497" v="108" actId="20577"/>
          <ac:spMkLst>
            <pc:docMk/>
            <pc:sldMk cId="2334041143" sldId="257"/>
            <ac:spMk id="8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40:14.059" v="121"/>
          <ac:spMkLst>
            <pc:docMk/>
            <pc:sldMk cId="2334041143" sldId="257"/>
            <ac:spMk id="9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11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40:22.437" v="134" actId="14100"/>
          <ac:spMkLst>
            <pc:docMk/>
            <pc:sldMk cId="2334041143" sldId="257"/>
            <ac:spMk id="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21:07.498" v="25" actId="207"/>
          <ac:spMkLst>
            <pc:docMk/>
            <pc:sldMk cId="2334041143" sldId="257"/>
            <ac:spMk id="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21:07.498" v="25" actId="207"/>
          <ac:spMkLst>
            <pc:docMk/>
            <pc:sldMk cId="2334041143" sldId="257"/>
            <ac:spMk id="14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15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41:07.776" v="139" actId="20577"/>
          <ac:spMkLst>
            <pc:docMk/>
            <pc:sldMk cId="2334041143" sldId="257"/>
            <ac:spMk id="16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18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20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21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3-30T01:26:02.806" v="38" actId="478"/>
          <ac:spMkLst>
            <pc:docMk/>
            <pc:sldMk cId="2334041143" sldId="257"/>
            <ac:spMk id="22" creationId="{98339D06-E0F2-2205-960B-A2621009D7D8}"/>
          </ac:spMkLst>
        </pc:spChg>
        <pc:spChg chg="add del mod">
          <ac:chgData name="musukie52@gmail.com" userId="017bd91f96aa8751" providerId="LiveId" clId="{5B2C3894-F97E-4CAB-8812-5BB4D83AAC6A}" dt="2026-03-30T01:26:03.256" v="39" actId="478"/>
          <ac:spMkLst>
            <pc:docMk/>
            <pc:sldMk cId="2334041143" sldId="257"/>
            <ac:spMk id="23" creationId="{C9A870D7-E401-4343-0AC0-08C4FC013504}"/>
          </ac:spMkLst>
        </pc:spChg>
        <pc:spChg chg="add del mod">
          <ac:chgData name="musukie52@gmail.com" userId="017bd91f96aa8751" providerId="LiveId" clId="{5B2C3894-F97E-4CAB-8812-5BB4D83AAC6A}" dt="2026-03-30T01:26:03.793" v="40" actId="478"/>
          <ac:spMkLst>
            <pc:docMk/>
            <pc:sldMk cId="2334041143" sldId="257"/>
            <ac:spMk id="24" creationId="{190598F3-116A-F31F-86CD-ACAA4DC793AF}"/>
          </ac:spMkLst>
        </pc:spChg>
        <pc:spChg chg="add del mod">
          <ac:chgData name="musukie52@gmail.com" userId="017bd91f96aa8751" providerId="LiveId" clId="{5B2C3894-F97E-4CAB-8812-5BB4D83AAC6A}" dt="2026-03-30T01:27:28.975" v="61" actId="478"/>
          <ac:spMkLst>
            <pc:docMk/>
            <pc:sldMk cId="2334041143" sldId="257"/>
            <ac:spMk id="25" creationId="{E780C323-B81F-26BD-8DFC-85DA3C0C9A22}"/>
          </ac:spMkLst>
        </pc:spChg>
        <pc:spChg chg="add del mod">
          <ac:chgData name="musukie52@gmail.com" userId="017bd91f96aa8751" providerId="LiveId" clId="{5B2C3894-F97E-4CAB-8812-5BB4D83AAC6A}" dt="2026-03-30T01:27:28.358" v="60" actId="478"/>
          <ac:spMkLst>
            <pc:docMk/>
            <pc:sldMk cId="2334041143" sldId="257"/>
            <ac:spMk id="26" creationId="{98D2D97A-5CF3-A8E8-21A5-56B4C2937060}"/>
          </ac:spMkLst>
        </pc:spChg>
        <pc:spChg chg="add del mod">
          <ac:chgData name="musukie52@gmail.com" userId="017bd91f96aa8751" providerId="LiveId" clId="{5B2C3894-F97E-4CAB-8812-5BB4D83AAC6A}" dt="2026-03-30T01:27:27.897" v="59" actId="478"/>
          <ac:spMkLst>
            <pc:docMk/>
            <pc:sldMk cId="2334041143" sldId="257"/>
            <ac:spMk id="27" creationId="{8BC47970-913A-F821-B674-191C6B98ADD2}"/>
          </ac:spMkLst>
        </pc:spChg>
        <pc:spChg chg="add del mod">
          <ac:chgData name="musukie52@gmail.com" userId="017bd91f96aa8751" providerId="LiveId" clId="{5B2C3894-F97E-4CAB-8812-5BB4D83AAC6A}" dt="2026-03-30T01:27:27.223" v="58" actId="478"/>
          <ac:spMkLst>
            <pc:docMk/>
            <pc:sldMk cId="2334041143" sldId="257"/>
            <ac:spMk id="28" creationId="{A69413CE-3F21-8A86-5B97-5F896758CD74}"/>
          </ac:spMkLst>
        </pc:spChg>
        <pc:spChg chg="add mod">
          <ac:chgData name="musukie52@gmail.com" userId="017bd91f96aa8751" providerId="LiveId" clId="{5B2C3894-F97E-4CAB-8812-5BB4D83AAC6A}" dt="2026-03-30T01:30:26.061" v="94" actId="207"/>
          <ac:spMkLst>
            <pc:docMk/>
            <pc:sldMk cId="2334041143" sldId="257"/>
            <ac:spMk id="33" creationId="{7B91612B-9C7D-5F5D-0C10-A35D76ECBA08}"/>
          </ac:spMkLst>
        </pc:spChg>
        <pc:spChg chg="add mod">
          <ac:chgData name="musukie52@gmail.com" userId="017bd91f96aa8751" providerId="LiveId" clId="{5B2C3894-F97E-4CAB-8812-5BB4D83AAC6A}" dt="2026-03-30T01:30:34.826" v="98" actId="207"/>
          <ac:spMkLst>
            <pc:docMk/>
            <pc:sldMk cId="2334041143" sldId="257"/>
            <ac:spMk id="34" creationId="{D23BE304-E2D6-7E6A-9CD7-3D5492D1E2B6}"/>
          </ac:spMkLst>
        </pc:spChg>
        <pc:spChg chg="add mod">
          <ac:chgData name="musukie52@gmail.com" userId="017bd91f96aa8751" providerId="LiveId" clId="{5B2C3894-F97E-4CAB-8812-5BB4D83AAC6A}" dt="2026-03-30T01:30:40.534" v="100" actId="207"/>
          <ac:spMkLst>
            <pc:docMk/>
            <pc:sldMk cId="2334041143" sldId="257"/>
            <ac:spMk id="35" creationId="{6BD6E198-2DC6-69E8-6766-25F9CE7270D2}"/>
          </ac:spMkLst>
        </pc:spChg>
        <pc:spChg chg="add mod">
          <ac:chgData name="musukie52@gmail.com" userId="017bd91f96aa8751" providerId="LiveId" clId="{5B2C3894-F97E-4CAB-8812-5BB4D83AAC6A}" dt="2026-03-30T01:30:44.854" v="102" actId="207"/>
          <ac:spMkLst>
            <pc:docMk/>
            <pc:sldMk cId="2334041143" sldId="257"/>
            <ac:spMk id="36" creationId="{22199777-3284-B6B3-AF16-A076073C3331}"/>
          </ac:spMkLst>
        </pc:spChg>
        <pc:spChg chg="add mod">
          <ac:chgData name="musukie52@gmail.com" userId="017bd91f96aa8751" providerId="LiveId" clId="{5B2C3894-F97E-4CAB-8812-5BB4D83AAC6A}" dt="2026-03-30T01:30:48.207" v="104" actId="207"/>
          <ac:spMkLst>
            <pc:docMk/>
            <pc:sldMk cId="2334041143" sldId="257"/>
            <ac:spMk id="37" creationId="{AFB9FC9D-29A8-DD23-48AB-6CF067B63D08}"/>
          </ac:spMkLst>
        </pc:spChg>
        <pc:spChg chg="add mod">
          <ac:chgData name="musukie52@gmail.com" userId="017bd91f96aa8751" providerId="LiveId" clId="{5B2C3894-F97E-4CAB-8812-5BB4D83AAC6A}" dt="2026-03-30T01:53:42.772" v="162" actId="20577"/>
          <ac:spMkLst>
            <pc:docMk/>
            <pc:sldMk cId="2334041143" sldId="257"/>
            <ac:spMk id="38" creationId="{4A4014F0-BAF8-8A49-0B9A-48833BDB1F43}"/>
          </ac:spMkLst>
        </pc:spChg>
        <pc:cxnChg chg="add del mod">
          <ac:chgData name="musukie52@gmail.com" userId="017bd91f96aa8751" providerId="LiveId" clId="{5B2C3894-F97E-4CAB-8812-5BB4D83AAC6A}" dt="2026-03-30T01:28:59.397" v="74" actId="478"/>
          <ac:cxnSpMkLst>
            <pc:docMk/>
            <pc:sldMk cId="2334041143" sldId="257"/>
            <ac:cxnSpMk id="30" creationId="{4D2EA3D9-ED12-4B11-B906-0996B37732E5}"/>
          </ac:cxnSpMkLst>
        </pc:cxnChg>
      </pc:sldChg>
      <pc:sldChg chg="addSp delSp modSp add mod setBg">
        <pc:chgData name="musukie52@gmail.com" userId="017bd91f96aa8751" providerId="LiveId" clId="{5B2C3894-F97E-4CAB-8812-5BB4D83AAC6A}" dt="2026-03-30T02:20:41.255" v="423" actId="20577"/>
        <pc:sldMkLst>
          <pc:docMk/>
          <pc:sldMk cId="4091973683" sldId="258"/>
        </pc:sldMkLst>
        <pc:spChg chg="add mod">
          <ac:chgData name="musukie52@gmail.com" userId="017bd91f96aa8751" providerId="LiveId" clId="{5B2C3894-F97E-4CAB-8812-5BB4D83AAC6A}" dt="2026-03-30T01:57:17.390" v="198" actId="1037"/>
          <ac:spMkLst>
            <pc:docMk/>
            <pc:sldMk cId="4091973683" sldId="258"/>
            <ac:spMk id="3" creationId="{96111037-67EC-63EE-A67F-AA1E7C0911D9}"/>
          </ac:spMkLst>
        </pc:spChg>
        <pc:spChg chg="mod">
          <ac:chgData name="musukie52@gmail.com" userId="017bd91f96aa8751" providerId="LiveId" clId="{5B2C3894-F97E-4CAB-8812-5BB4D83AAC6A}" dt="2026-03-30T01:56:43.608" v="181" actId="14100"/>
          <ac:spMkLst>
            <pc:docMk/>
            <pc:sldMk cId="4091973683" sldId="258"/>
            <ac:spMk id="4" creationId="{6BF04A61-4923-4C58-BA1E-50FED9DA6032}"/>
          </ac:spMkLst>
        </pc:spChg>
        <pc:spChg chg="mod ord">
          <ac:chgData name="musukie52@gmail.com" userId="017bd91f96aa8751" providerId="LiveId" clId="{5B2C3894-F97E-4CAB-8812-5BB4D83AAC6A}" dt="2026-03-30T02:13:55.937" v="283" actId="207"/>
          <ac:spMkLst>
            <pc:docMk/>
            <pc:sldMk cId="4091973683" sldId="258"/>
            <ac:spMk id="5" creationId="{E78D7B35-FFB4-AE3D-4059-8B5F3B129B29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6" creationId="{D3FD614B-B3D1-2799-2581-7E19812A71DD}"/>
          </ac:spMkLst>
        </pc:spChg>
        <pc:spChg chg="add mod">
          <ac:chgData name="musukie52@gmail.com" userId="017bd91f96aa8751" providerId="LiveId" clId="{5B2C3894-F97E-4CAB-8812-5BB4D83AAC6A}" dt="2026-03-30T01:57:35.744" v="201" actId="1076"/>
          <ac:spMkLst>
            <pc:docMk/>
            <pc:sldMk cId="4091973683" sldId="258"/>
            <ac:spMk id="7" creationId="{D64E15A3-EAED-CE12-FABD-B9C8CCC0C0F5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8" creationId="{BDC7C307-FB88-038B-F00C-AF4F7C6E0E27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9" creationId="{E413EA34-D317-596F-C3ED-0C7FE2696060}"/>
          </ac:spMkLst>
        </pc:spChg>
        <pc:spChg chg="mod ord">
          <ac:chgData name="musukie52@gmail.com" userId="017bd91f96aa8751" providerId="LiveId" clId="{5B2C3894-F97E-4CAB-8812-5BB4D83AAC6A}" dt="2026-03-30T02:18:23.219" v="312" actId="20577"/>
          <ac:spMkLst>
            <pc:docMk/>
            <pc:sldMk cId="4091973683" sldId="258"/>
            <ac:spMk id="10" creationId="{62BFBB14-C716-834C-6AD0-F0E2287E355A}"/>
          </ac:spMkLst>
        </pc:spChg>
        <pc:spChg chg="del ord">
          <ac:chgData name="musukie52@gmail.com" userId="017bd91f96aa8751" providerId="LiveId" clId="{5B2C3894-F97E-4CAB-8812-5BB4D83AAC6A}" dt="2026-03-30T02:10:06.306" v="258" actId="478"/>
          <ac:spMkLst>
            <pc:docMk/>
            <pc:sldMk cId="4091973683" sldId="258"/>
            <ac:spMk id="11" creationId="{F94B4076-1B67-5045-86AB-CD7350AA1560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4" creationId="{26BE3C65-3436-8099-22CC-BD47487B38E6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6" creationId="{F5F303D5-2F6F-1585-A736-4F94BC3CC874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8" creationId="{F8B62E21-B0C9-CE94-7A9A-07D8D4C68B8E}"/>
          </ac:spMkLst>
        </pc:spChg>
        <pc:spChg chg="del">
          <ac:chgData name="musukie52@gmail.com" userId="017bd91f96aa8751" providerId="LiveId" clId="{5B2C3894-F97E-4CAB-8812-5BB4D83AAC6A}" dt="2026-03-30T02:19:21.266" v="353" actId="478"/>
          <ac:spMkLst>
            <pc:docMk/>
            <pc:sldMk cId="4091973683" sldId="258"/>
            <ac:spMk id="19" creationId="{5C59755A-FE78-8634-7A4D-88039FA0FCC9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20" creationId="{AE514579-EFB6-D419-82FA-AF51F61CAE56}"/>
          </ac:spMkLst>
        </pc:spChg>
        <pc:spChg chg="del">
          <ac:chgData name="musukie52@gmail.com" userId="017bd91f96aa8751" providerId="LiveId" clId="{5B2C3894-F97E-4CAB-8812-5BB4D83AAC6A}" dt="2026-03-30T01:59:35.687" v="215" actId="478"/>
          <ac:spMkLst>
            <pc:docMk/>
            <pc:sldMk cId="4091973683" sldId="258"/>
            <ac:spMk id="21" creationId="{39B6332B-0BF6-7504-A901-6F9D3FF6A4E9}"/>
          </ac:spMkLst>
        </pc:spChg>
        <pc:spChg chg="add mod">
          <ac:chgData name="musukie52@gmail.com" userId="017bd91f96aa8751" providerId="LiveId" clId="{5B2C3894-F97E-4CAB-8812-5BB4D83AAC6A}" dt="2026-03-30T01:57:50.669" v="204" actId="1076"/>
          <ac:spMkLst>
            <pc:docMk/>
            <pc:sldMk cId="4091973683" sldId="258"/>
            <ac:spMk id="22" creationId="{7B2E6166-D437-EDF9-79CD-F9ABC98681E7}"/>
          </ac:spMkLst>
        </pc:spChg>
        <pc:spChg chg="add mod">
          <ac:chgData name="musukie52@gmail.com" userId="017bd91f96aa8751" providerId="LiveId" clId="{5B2C3894-F97E-4CAB-8812-5BB4D83AAC6A}" dt="2026-03-30T01:58:04.455" v="207" actId="14100"/>
          <ac:spMkLst>
            <pc:docMk/>
            <pc:sldMk cId="4091973683" sldId="258"/>
            <ac:spMk id="23" creationId="{B368189A-2355-D5A5-2EC1-AAC4C80DC5B2}"/>
          </ac:spMkLst>
        </pc:spChg>
        <pc:spChg chg="add mod">
          <ac:chgData name="musukie52@gmail.com" userId="017bd91f96aa8751" providerId="LiveId" clId="{5B2C3894-F97E-4CAB-8812-5BB4D83AAC6A}" dt="2026-03-30T01:58:17.098" v="210" actId="14100"/>
          <ac:spMkLst>
            <pc:docMk/>
            <pc:sldMk cId="4091973683" sldId="258"/>
            <ac:spMk id="24" creationId="{97168B62-7E91-318B-24CE-AB1BC3B02533}"/>
          </ac:spMkLst>
        </pc:spChg>
        <pc:spChg chg="add mod">
          <ac:chgData name="musukie52@gmail.com" userId="017bd91f96aa8751" providerId="LiveId" clId="{5B2C3894-F97E-4CAB-8812-5BB4D83AAC6A}" dt="2026-03-30T02:00:01.777" v="257" actId="20577"/>
          <ac:spMkLst>
            <pc:docMk/>
            <pc:sldMk cId="4091973683" sldId="258"/>
            <ac:spMk id="25" creationId="{4F69904C-EC4D-C12D-19BD-EB2390B91B9C}"/>
          </ac:spMkLst>
        </pc:spChg>
        <pc:spChg chg="add mod">
          <ac:chgData name="musukie52@gmail.com" userId="017bd91f96aa8751" providerId="LiveId" clId="{5B2C3894-F97E-4CAB-8812-5BB4D83AAC6A}" dt="2026-03-30T02:10:41.977" v="280" actId="20577"/>
          <ac:spMkLst>
            <pc:docMk/>
            <pc:sldMk cId="4091973683" sldId="258"/>
            <ac:spMk id="26" creationId="{FD3CE820-3ACC-CAD9-7460-F158E59EE393}"/>
          </ac:spMkLst>
        </pc:spChg>
        <pc:spChg chg="add mod">
          <ac:chgData name="musukie52@gmail.com" userId="017bd91f96aa8751" providerId="LiveId" clId="{5B2C3894-F97E-4CAB-8812-5BB4D83AAC6A}" dt="2026-03-30T02:19:09.760" v="352" actId="1076"/>
          <ac:spMkLst>
            <pc:docMk/>
            <pc:sldMk cId="4091973683" sldId="258"/>
            <ac:spMk id="27" creationId="{0A393C18-E6DB-CEE8-AC60-F383BCB35996}"/>
          </ac:spMkLst>
        </pc:spChg>
        <pc:spChg chg="add mod">
          <ac:chgData name="musukie52@gmail.com" userId="017bd91f96aa8751" providerId="LiveId" clId="{5B2C3894-F97E-4CAB-8812-5BB4D83AAC6A}" dt="2026-03-30T02:20:20.253" v="383" actId="20577"/>
          <ac:spMkLst>
            <pc:docMk/>
            <pc:sldMk cId="4091973683" sldId="258"/>
            <ac:spMk id="28" creationId="{C3EFCE05-692B-69A3-A2AF-1D2591CD36DA}"/>
          </ac:spMkLst>
        </pc:spChg>
        <pc:spChg chg="add mod">
          <ac:chgData name="musukie52@gmail.com" userId="017bd91f96aa8751" providerId="LiveId" clId="{5B2C3894-F97E-4CAB-8812-5BB4D83AAC6A}" dt="2026-03-30T02:20:41.255" v="423" actId="20577"/>
          <ac:spMkLst>
            <pc:docMk/>
            <pc:sldMk cId="4091973683" sldId="258"/>
            <ac:spMk id="29" creationId="{6ACADD41-7720-83F3-AEEC-14895C32BE4B}"/>
          </ac:spMkLst>
        </pc:spChg>
        <pc:spChg chg="del">
          <ac:chgData name="musukie52@gmail.com" userId="017bd91f96aa8751" providerId="LiveId" clId="{5B2C3894-F97E-4CAB-8812-5BB4D83AAC6A}" dt="2026-03-30T01:55:54.375" v="177" actId="478"/>
          <ac:spMkLst>
            <pc:docMk/>
            <pc:sldMk cId="4091973683" sldId="258"/>
            <ac:spMk id="33" creationId="{766406AA-BF1A-F69C-3FB3-B092A283DD44}"/>
          </ac:spMkLst>
        </pc:spChg>
        <pc:spChg chg="del">
          <ac:chgData name="musukie52@gmail.com" userId="017bd91f96aa8751" providerId="LiveId" clId="{5B2C3894-F97E-4CAB-8812-5BB4D83AAC6A}" dt="2026-03-30T01:55:52.613" v="176" actId="478"/>
          <ac:spMkLst>
            <pc:docMk/>
            <pc:sldMk cId="4091973683" sldId="258"/>
            <ac:spMk id="34" creationId="{499F7333-F174-6456-AF12-09A75590C99D}"/>
          </ac:spMkLst>
        </pc:spChg>
        <pc:spChg chg="del">
          <ac:chgData name="musukie52@gmail.com" userId="017bd91f96aa8751" providerId="LiveId" clId="{5B2C3894-F97E-4CAB-8812-5BB4D83AAC6A}" dt="2026-03-30T01:55:51.788" v="175" actId="478"/>
          <ac:spMkLst>
            <pc:docMk/>
            <pc:sldMk cId="4091973683" sldId="258"/>
            <ac:spMk id="35" creationId="{54C3C0D3-CB36-96C1-C639-481AA3A25125}"/>
          </ac:spMkLst>
        </pc:spChg>
        <pc:spChg chg="del">
          <ac:chgData name="musukie52@gmail.com" userId="017bd91f96aa8751" providerId="LiveId" clId="{5B2C3894-F97E-4CAB-8812-5BB4D83AAC6A}" dt="2026-03-30T01:55:50.641" v="174" actId="478"/>
          <ac:spMkLst>
            <pc:docMk/>
            <pc:sldMk cId="4091973683" sldId="258"/>
            <ac:spMk id="36" creationId="{C4181032-F4F6-1605-FA97-CCE7F60C1EBF}"/>
          </ac:spMkLst>
        </pc:spChg>
        <pc:spChg chg="del">
          <ac:chgData name="musukie52@gmail.com" userId="017bd91f96aa8751" providerId="LiveId" clId="{5B2C3894-F97E-4CAB-8812-5BB4D83AAC6A}" dt="2026-03-30T01:55:49.961" v="173" actId="478"/>
          <ac:spMkLst>
            <pc:docMk/>
            <pc:sldMk cId="4091973683" sldId="258"/>
            <ac:spMk id="37" creationId="{10CB756F-ADF5-01AD-5D23-A72820AE19A4}"/>
          </ac:spMkLst>
        </pc:spChg>
      </pc:sldChg>
      <pc:sldChg chg="addSp new mod">
        <pc:chgData name="musukie52@gmail.com" userId="017bd91f96aa8751" providerId="LiveId" clId="{5B2C3894-F97E-4CAB-8812-5BB4D83AAC6A}" dt="2026-03-30T02:20:51.827" v="425" actId="22"/>
        <pc:sldMkLst>
          <pc:docMk/>
          <pc:sldMk cId="3102480730" sldId="259"/>
        </pc:sldMkLst>
        <pc:picChg chg="add">
          <ac:chgData name="musukie52@gmail.com" userId="017bd91f96aa8751" providerId="LiveId" clId="{5B2C3894-F97E-4CAB-8812-5BB4D83AAC6A}" dt="2026-03-30T02:20:51.827" v="425" actId="22"/>
          <ac:picMkLst>
            <pc:docMk/>
            <pc:sldMk cId="3102480730" sldId="259"/>
            <ac:picMk id="5" creationId="{9BB5BBA8-1E41-8F9A-A1F1-A6F0D5787EC6}"/>
          </ac:picMkLst>
        </pc:picChg>
      </pc:sldChg>
      <pc:sldChg chg="addSp new mod">
        <pc:chgData name="musukie52@gmail.com" userId="017bd91f96aa8751" providerId="LiveId" clId="{5B2C3894-F97E-4CAB-8812-5BB4D83AAC6A}" dt="2026-03-30T02:21:04.926" v="427" actId="22"/>
        <pc:sldMkLst>
          <pc:docMk/>
          <pc:sldMk cId="1706705401" sldId="260"/>
        </pc:sldMkLst>
        <pc:picChg chg="add">
          <ac:chgData name="musukie52@gmail.com" userId="017bd91f96aa8751" providerId="LiveId" clId="{5B2C3894-F97E-4CAB-8812-5BB4D83AAC6A}" dt="2026-03-30T02:21:04.926" v="427" actId="22"/>
          <ac:picMkLst>
            <pc:docMk/>
            <pc:sldMk cId="1706705401" sldId="260"/>
            <ac:picMk id="5" creationId="{72F39C75-ACE8-C326-62EB-678B363BC616}"/>
          </ac:picMkLst>
        </pc:picChg>
      </pc:sldChg>
      <pc:sldChg chg="addSp new mod">
        <pc:chgData name="musukie52@gmail.com" userId="017bd91f96aa8751" providerId="LiveId" clId="{5B2C3894-F97E-4CAB-8812-5BB4D83AAC6A}" dt="2026-03-30T02:21:16.645" v="429" actId="22"/>
        <pc:sldMkLst>
          <pc:docMk/>
          <pc:sldMk cId="1028470326" sldId="261"/>
        </pc:sldMkLst>
        <pc:picChg chg="add">
          <ac:chgData name="musukie52@gmail.com" userId="017bd91f96aa8751" providerId="LiveId" clId="{5B2C3894-F97E-4CAB-8812-5BB4D83AAC6A}" dt="2026-03-30T02:21:16.645" v="429" actId="22"/>
          <ac:picMkLst>
            <pc:docMk/>
            <pc:sldMk cId="1028470326" sldId="261"/>
            <ac:picMk id="5" creationId="{72FEF2FE-BCAC-46EA-34FB-C2003C6A819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484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1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823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7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6986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150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65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648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951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5780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443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9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/>
          <p:cNvSpPr/>
          <p:nvPr/>
        </p:nvSpPr>
        <p:spPr>
          <a:xfrm>
            <a:off x="165168" y="411480"/>
            <a:ext cx="11850624" cy="6446520"/>
          </a:xfrm>
          <a:prstGeom prst="triangle">
            <a:avLst>
              <a:gd name="adj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/>
          <p:cNvSpPr/>
          <p:nvPr/>
        </p:nvSpPr>
        <p:spPr>
          <a:xfrm flipH="1" flipV="1">
            <a:off x="164592" y="0"/>
            <a:ext cx="11851200" cy="6447600"/>
          </a:xfrm>
          <a:prstGeom prst="triangle">
            <a:avLst>
              <a:gd name="adj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411480" y="205740"/>
            <a:ext cx="1069848" cy="4114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소재들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490728" y="6278436"/>
            <a:ext cx="1069848" cy="41148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상황의 기차칸</a:t>
            </a:r>
          </a:p>
        </p:txBody>
      </p:sp>
    </p:spTree>
    <p:extLst>
      <p:ext uri="{BB962C8B-B14F-4D97-AF65-F5344CB8AC3E}">
        <p14:creationId xmlns:p14="http://schemas.microsoft.com/office/powerpoint/2010/main" val="1500213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44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/>
          <p:cNvSpPr/>
          <p:nvPr/>
        </p:nvSpPr>
        <p:spPr>
          <a:xfrm>
            <a:off x="696000" y="411480"/>
            <a:ext cx="10800000" cy="6446520"/>
          </a:xfrm>
          <a:prstGeom prst="triangle">
            <a:avLst>
              <a:gd name="adj" fmla="val 100000"/>
            </a:avLst>
          </a:prstGeom>
          <a:solidFill>
            <a:srgbClr val="669E4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B91612B-9C7D-5F5D-0C10-A35D76ECBA08}"/>
              </a:ext>
            </a:extLst>
          </p:cNvPr>
          <p:cNvSpPr/>
          <p:nvPr/>
        </p:nvSpPr>
        <p:spPr>
          <a:xfrm>
            <a:off x="695999" y="0"/>
            <a:ext cx="2160000" cy="6857999"/>
          </a:xfrm>
          <a:prstGeom prst="rect">
            <a:avLst/>
          </a:prstGeom>
          <a:solidFill>
            <a:srgbClr val="4B4443">
              <a:alpha val="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23BE304-E2D6-7E6A-9CD7-3D5492D1E2B6}"/>
              </a:ext>
            </a:extLst>
          </p:cNvPr>
          <p:cNvSpPr/>
          <p:nvPr/>
        </p:nvSpPr>
        <p:spPr>
          <a:xfrm>
            <a:off x="2861261" y="1"/>
            <a:ext cx="2160000" cy="6857999"/>
          </a:xfrm>
          <a:prstGeom prst="rect">
            <a:avLst/>
          </a:prstGeom>
          <a:solidFill>
            <a:srgbClr val="4B4443">
              <a:alpha val="2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BD6E198-2DC6-69E8-6766-25F9CE7270D2}"/>
              </a:ext>
            </a:extLst>
          </p:cNvPr>
          <p:cNvSpPr/>
          <p:nvPr/>
        </p:nvSpPr>
        <p:spPr>
          <a:xfrm>
            <a:off x="5026522" y="1"/>
            <a:ext cx="2160000" cy="6857999"/>
          </a:xfrm>
          <a:prstGeom prst="rect">
            <a:avLst/>
          </a:prstGeom>
          <a:solidFill>
            <a:srgbClr val="4B4443">
              <a:alpha val="4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2199777-3284-B6B3-AF16-A076073C3331}"/>
              </a:ext>
            </a:extLst>
          </p:cNvPr>
          <p:cNvSpPr/>
          <p:nvPr/>
        </p:nvSpPr>
        <p:spPr>
          <a:xfrm>
            <a:off x="7186522" y="-1"/>
            <a:ext cx="2160000" cy="6857999"/>
          </a:xfrm>
          <a:prstGeom prst="rect">
            <a:avLst/>
          </a:prstGeom>
          <a:solidFill>
            <a:srgbClr val="4B4443">
              <a:alpha val="6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AFB9FC9D-29A8-DD23-48AB-6CF067B63D08}"/>
              </a:ext>
            </a:extLst>
          </p:cNvPr>
          <p:cNvSpPr/>
          <p:nvPr/>
        </p:nvSpPr>
        <p:spPr>
          <a:xfrm>
            <a:off x="9344809" y="-3"/>
            <a:ext cx="2160000" cy="6857999"/>
          </a:xfrm>
          <a:prstGeom prst="rect">
            <a:avLst/>
          </a:prstGeom>
          <a:solidFill>
            <a:srgbClr val="4B4443">
              <a:alpha val="8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/>
          <p:cNvSpPr/>
          <p:nvPr/>
        </p:nvSpPr>
        <p:spPr>
          <a:xfrm flipH="1" flipV="1">
            <a:off x="696000" y="0"/>
            <a:ext cx="10800000" cy="6447600"/>
          </a:xfrm>
          <a:prstGeom prst="triangle">
            <a:avLst>
              <a:gd name="adj" fmla="val 100000"/>
            </a:avLst>
          </a:prstGeom>
          <a:solidFill>
            <a:srgbClr val="540B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3281544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쓰레기 줍기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4676952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번째 균열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72360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지수 측정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1886136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부모의 정서적 학대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90728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입양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7467767" y="610155"/>
            <a:ext cx="1401315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무한대의 선의 지수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281544" y="1276838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칭찬 중독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072360" y="1276838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선의 랭킹 시스템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6072360" y="194352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선의 고갈자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421060" y="235500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붕괴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4182257" y="2879243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선의 강제 징집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253689" y="197080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동생의 한마디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1188432" y="1597567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무한의 역설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351212" y="3429000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마지막 선택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2597020" y="361382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거절</a:t>
            </a: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343F3A70-89A0-C5C5-7107-AB9C8A3A4728}"/>
              </a:ext>
            </a:extLst>
          </p:cNvPr>
          <p:cNvSpPr/>
          <p:nvPr/>
        </p:nvSpPr>
        <p:spPr>
          <a:xfrm>
            <a:off x="396579" y="6227806"/>
            <a:ext cx="1069848" cy="411481"/>
          </a:xfrm>
          <a:prstGeom prst="homePlate">
            <a:avLst/>
          </a:prstGeom>
          <a:solidFill>
            <a:srgbClr val="FAEB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4A4014F0-BAF8-8A49-0B9A-48833BDB1F43}"/>
              </a:ext>
            </a:extLst>
          </p:cNvPr>
          <p:cNvSpPr/>
          <p:nvPr/>
        </p:nvSpPr>
        <p:spPr>
          <a:xfrm>
            <a:off x="4607353" y="143311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영웅 산업</a:t>
            </a:r>
          </a:p>
        </p:txBody>
      </p:sp>
    </p:spTree>
    <p:extLst>
      <p:ext uri="{BB962C8B-B14F-4D97-AF65-F5344CB8AC3E}">
        <p14:creationId xmlns:p14="http://schemas.microsoft.com/office/powerpoint/2010/main" val="2334041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444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D1DA44-CC47-6EB3-35D0-DB823C812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>
            <a:extLst>
              <a:ext uri="{FF2B5EF4-FFF2-40B4-BE49-F238E27FC236}">
                <a16:creationId xmlns:a16="http://schemas.microsoft.com/office/drawing/2014/main" id="{6BF04A61-4923-4C58-BA1E-50FED9DA6032}"/>
              </a:ext>
            </a:extLst>
          </p:cNvPr>
          <p:cNvSpPr/>
          <p:nvPr/>
        </p:nvSpPr>
        <p:spPr>
          <a:xfrm>
            <a:off x="-1" y="411480"/>
            <a:ext cx="12191999" cy="6446520"/>
          </a:xfrm>
          <a:prstGeom prst="triangle">
            <a:avLst>
              <a:gd name="adj" fmla="val 100000"/>
            </a:avLst>
          </a:prstGeom>
          <a:solidFill>
            <a:srgbClr val="669E4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ko-KR" altLang="en-US" dirty="0"/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BB431C50-A9BF-C9E4-B3D6-224F16BDF128}"/>
              </a:ext>
            </a:extLst>
          </p:cNvPr>
          <p:cNvSpPr/>
          <p:nvPr/>
        </p:nvSpPr>
        <p:spPr>
          <a:xfrm>
            <a:off x="396579" y="6227806"/>
            <a:ext cx="1069848" cy="411481"/>
          </a:xfrm>
          <a:prstGeom prst="homePlate">
            <a:avLst/>
          </a:prstGeom>
          <a:solidFill>
            <a:srgbClr val="FAEB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6111037-67EC-63EE-A67F-AA1E7C0911D9}"/>
              </a:ext>
            </a:extLst>
          </p:cNvPr>
          <p:cNvSpPr/>
          <p:nvPr/>
        </p:nvSpPr>
        <p:spPr>
          <a:xfrm>
            <a:off x="-436" y="1"/>
            <a:ext cx="2448000" cy="6857999"/>
          </a:xfrm>
          <a:prstGeom prst="rect">
            <a:avLst/>
          </a:prstGeom>
          <a:solidFill>
            <a:srgbClr val="4B4443">
              <a:alpha val="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4E15A3-EAED-CE12-FABD-B9C8CCC0C0F5}"/>
              </a:ext>
            </a:extLst>
          </p:cNvPr>
          <p:cNvSpPr/>
          <p:nvPr/>
        </p:nvSpPr>
        <p:spPr>
          <a:xfrm>
            <a:off x="2442868" y="1"/>
            <a:ext cx="2448000" cy="6857999"/>
          </a:xfrm>
          <a:prstGeom prst="rect">
            <a:avLst/>
          </a:prstGeom>
          <a:solidFill>
            <a:srgbClr val="4B4443">
              <a:alpha val="2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B2E6166-D437-EDF9-79CD-F9ABC98681E7}"/>
              </a:ext>
            </a:extLst>
          </p:cNvPr>
          <p:cNvSpPr/>
          <p:nvPr/>
        </p:nvSpPr>
        <p:spPr>
          <a:xfrm>
            <a:off x="4885736" y="1"/>
            <a:ext cx="2448000" cy="6857999"/>
          </a:xfrm>
          <a:prstGeom prst="rect">
            <a:avLst/>
          </a:prstGeom>
          <a:solidFill>
            <a:srgbClr val="4B4443">
              <a:alpha val="4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368189A-2355-D5A5-2EC1-AAC4C80DC5B2}"/>
              </a:ext>
            </a:extLst>
          </p:cNvPr>
          <p:cNvSpPr/>
          <p:nvPr/>
        </p:nvSpPr>
        <p:spPr>
          <a:xfrm>
            <a:off x="7329040" y="-1"/>
            <a:ext cx="2448000" cy="6857999"/>
          </a:xfrm>
          <a:prstGeom prst="rect">
            <a:avLst/>
          </a:prstGeom>
          <a:solidFill>
            <a:srgbClr val="4B4443">
              <a:alpha val="6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7168B62-7E91-318B-24CE-AB1BC3B02533}"/>
              </a:ext>
            </a:extLst>
          </p:cNvPr>
          <p:cNvSpPr/>
          <p:nvPr/>
        </p:nvSpPr>
        <p:spPr>
          <a:xfrm>
            <a:off x="9777918" y="-3"/>
            <a:ext cx="2448000" cy="6857999"/>
          </a:xfrm>
          <a:prstGeom prst="rect">
            <a:avLst/>
          </a:prstGeom>
          <a:solidFill>
            <a:srgbClr val="4B4443">
              <a:alpha val="8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E78D7B35-FFB4-AE3D-4059-8B5F3B129B29}"/>
              </a:ext>
            </a:extLst>
          </p:cNvPr>
          <p:cNvSpPr/>
          <p:nvPr/>
        </p:nvSpPr>
        <p:spPr>
          <a:xfrm flipH="1" flipV="1">
            <a:off x="0" y="0"/>
            <a:ext cx="12192000" cy="6447600"/>
          </a:xfrm>
          <a:prstGeom prst="triangle">
            <a:avLst>
              <a:gd name="adj" fmla="val 100000"/>
            </a:avLst>
          </a:prstGeom>
          <a:solidFill>
            <a:srgbClr val="4E0A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FD614B-B3D1-2799-2581-7E19812A71DD}"/>
              </a:ext>
            </a:extLst>
          </p:cNvPr>
          <p:cNvSpPr/>
          <p:nvPr/>
        </p:nvSpPr>
        <p:spPr>
          <a:xfrm>
            <a:off x="3281544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쓰레기 줍기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C7C307-FB88-038B-F00C-AF4F7C6E0E27}"/>
              </a:ext>
            </a:extLst>
          </p:cNvPr>
          <p:cNvSpPr/>
          <p:nvPr/>
        </p:nvSpPr>
        <p:spPr>
          <a:xfrm>
            <a:off x="4676952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번째 균열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413EA34-D317-596F-C3ED-0C7FE2696060}"/>
              </a:ext>
            </a:extLst>
          </p:cNvPr>
          <p:cNvSpPr/>
          <p:nvPr/>
        </p:nvSpPr>
        <p:spPr>
          <a:xfrm>
            <a:off x="6072360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지수 측정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FBB14-C716-834C-6AD0-F0E2287E355A}"/>
              </a:ext>
            </a:extLst>
          </p:cNvPr>
          <p:cNvSpPr/>
          <p:nvPr/>
        </p:nvSpPr>
        <p:spPr>
          <a:xfrm>
            <a:off x="1783779" y="333102"/>
            <a:ext cx="136148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가정 환경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A5A3AF7-5731-8BDD-2C11-8F2E1CB81D7E}"/>
              </a:ext>
            </a:extLst>
          </p:cNvPr>
          <p:cNvSpPr/>
          <p:nvPr/>
        </p:nvSpPr>
        <p:spPr>
          <a:xfrm>
            <a:off x="7467767" y="610155"/>
            <a:ext cx="1401315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무한대의 선의 지수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7498CD9-1DA7-81E1-FB4A-82A557A89F58}"/>
              </a:ext>
            </a:extLst>
          </p:cNvPr>
          <p:cNvSpPr/>
          <p:nvPr/>
        </p:nvSpPr>
        <p:spPr>
          <a:xfrm>
            <a:off x="3281544" y="1276838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칭찬 중독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BE3C65-3436-8099-22CC-BD47487B38E6}"/>
              </a:ext>
            </a:extLst>
          </p:cNvPr>
          <p:cNvSpPr/>
          <p:nvPr/>
        </p:nvSpPr>
        <p:spPr>
          <a:xfrm>
            <a:off x="6072360" y="1276838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선의 랭킹 시스템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19433AB-929B-1C3E-CB2E-88B9EC80CB59}"/>
              </a:ext>
            </a:extLst>
          </p:cNvPr>
          <p:cNvSpPr/>
          <p:nvPr/>
        </p:nvSpPr>
        <p:spPr>
          <a:xfrm>
            <a:off x="6072360" y="194352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</a:t>
            </a:r>
            <a:r>
              <a:rPr lang="ko-KR" altLang="en-US" sz="1000" dirty="0" err="1">
                <a:solidFill>
                  <a:schemeClr val="bg1"/>
                </a:solidFill>
              </a:rPr>
              <a:t>고갈자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5F303D5-2F6F-1585-A736-4F94BC3CC874}"/>
              </a:ext>
            </a:extLst>
          </p:cNvPr>
          <p:cNvSpPr/>
          <p:nvPr/>
        </p:nvSpPr>
        <p:spPr>
          <a:xfrm>
            <a:off x="2421060" y="235500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붕괴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97B9AA-4B38-F750-705B-E419957719F2}"/>
              </a:ext>
            </a:extLst>
          </p:cNvPr>
          <p:cNvSpPr/>
          <p:nvPr/>
        </p:nvSpPr>
        <p:spPr>
          <a:xfrm>
            <a:off x="4182257" y="2879243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강제 징집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8B62E21-B0C9-CE94-7A9A-07D8D4C68B8E}"/>
              </a:ext>
            </a:extLst>
          </p:cNvPr>
          <p:cNvSpPr/>
          <p:nvPr/>
        </p:nvSpPr>
        <p:spPr>
          <a:xfrm>
            <a:off x="4253689" y="197080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동생의 한마디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514579-EFB6-D419-82FA-AF51F61CAE56}"/>
              </a:ext>
            </a:extLst>
          </p:cNvPr>
          <p:cNvSpPr/>
          <p:nvPr/>
        </p:nvSpPr>
        <p:spPr>
          <a:xfrm>
            <a:off x="1351212" y="3429000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마지막 선택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411E15E-7AE3-A513-B116-5F3937E8BB23}"/>
              </a:ext>
            </a:extLst>
          </p:cNvPr>
          <p:cNvSpPr/>
          <p:nvPr/>
        </p:nvSpPr>
        <p:spPr>
          <a:xfrm>
            <a:off x="4607353" y="143311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영웅 산업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F69904C-EC4D-C12D-19BD-EB2390B91B9C}"/>
              </a:ext>
            </a:extLst>
          </p:cNvPr>
          <p:cNvSpPr/>
          <p:nvPr/>
        </p:nvSpPr>
        <p:spPr>
          <a:xfrm>
            <a:off x="842792" y="252297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정서적 피난처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D3CE820-3ACC-CAD9-7460-F158E59EE393}"/>
              </a:ext>
            </a:extLst>
          </p:cNvPr>
          <p:cNvSpPr/>
          <p:nvPr/>
        </p:nvSpPr>
        <p:spPr>
          <a:xfrm>
            <a:off x="547101" y="81589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번째 거절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3EFCE05-692B-69A3-A2AF-1D2591CD36DA}"/>
              </a:ext>
            </a:extLst>
          </p:cNvPr>
          <p:cNvSpPr/>
          <p:nvPr/>
        </p:nvSpPr>
        <p:spPr>
          <a:xfrm>
            <a:off x="1204864" y="157658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구원 방법 발견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ACADD41-7720-83F3-AEEC-14895C32BE4B}"/>
              </a:ext>
            </a:extLst>
          </p:cNvPr>
          <p:cNvSpPr/>
          <p:nvPr/>
        </p:nvSpPr>
        <p:spPr>
          <a:xfrm>
            <a:off x="2713732" y="3733057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최종 선택</a:t>
            </a:r>
          </a:p>
        </p:txBody>
      </p:sp>
    </p:spTree>
    <p:extLst>
      <p:ext uri="{BB962C8B-B14F-4D97-AF65-F5344CB8AC3E}">
        <p14:creationId xmlns:p14="http://schemas.microsoft.com/office/powerpoint/2010/main" val="4091973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D6BFB-FF7E-D68E-477B-A9B8A1E21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28903-57E8-35EB-9540-22A817D1F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BB5BBA8-1E41-8F9A-A1F1-A6F0D5787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706" y="475838"/>
            <a:ext cx="5820587" cy="5906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480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0E05EB-1C0D-4603-512B-0EABC944A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118E4D-9F69-7B5C-2FC5-EC3067C79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2F39C75-ACE8-C326-62EB-678B363BC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680" y="699706"/>
            <a:ext cx="5658640" cy="545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705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4042C3-FC63-5023-7020-C35CFF92D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D71D12-BB1B-730D-2EAE-4109591AC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2FEF2FE-BCAC-46EA-34FB-C2003C6A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575" y="2562104"/>
            <a:ext cx="5734850" cy="1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4703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80</Words>
  <Application>Microsoft Office PowerPoint</Application>
  <PresentationFormat>와이드스크린</PresentationFormat>
  <Paragraphs>35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musukie52@gmail.com</cp:lastModifiedBy>
  <cp:revision>4</cp:revision>
  <dcterms:created xsi:type="dcterms:W3CDTF">2026-03-27T05:49:27Z</dcterms:created>
  <dcterms:modified xsi:type="dcterms:W3CDTF">2026-03-30T02:21:17Z</dcterms:modified>
</cp:coreProperties>
</file>