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BA0"/>
    <a:srgbClr val="4B4443"/>
    <a:srgbClr val="352F34"/>
    <a:srgbClr val="4E0A74"/>
    <a:srgbClr val="669E40"/>
    <a:srgbClr val="540B9D"/>
    <a:srgbClr val="FDF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5CAB5-BF9D-4577-A3CE-8E24176FA968}" v="33" dt="2026-03-30T02:20:20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microsoft.com/office/2015/10/relationships/revisionInfo" Target="revisionInfo.xml"/><Relationship Id="rId5" Type="http://schemas.openxmlformats.org/officeDocument/2006/relationships/viewProps" Target="viewProps.xml"/><Relationship Id="rId10" Type="http://schemas.microsoft.com/office/2016/11/relationships/changesInfo" Target="changesInfos/changesInfo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modSld">
      <pc:chgData name="musukie52@gmail.com" userId="017bd91f96aa8751" providerId="LiveId" clId="{5B2C3894-F97E-4CAB-8812-5BB4D83AAC6A}" dt="2026-03-30T02:21:16.645" v="429" actId="22"/>
      <pc:docMkLst>
        <pc:docMk/>
      </pc:docMkLst>
      <pc:sldChg chg="addSp delSp modSp mod setBg">
        <pc:chgData name="musukie52@gmail.com" userId="017bd91f96aa8751" providerId="LiveId" clId="{5B2C3894-F97E-4CAB-8812-5BB4D83AAC6A}" dt="2026-03-30T01:55:19.062" v="169" actId="2085"/>
        <pc:sldMkLst>
          <pc:docMk/>
          <pc:sldMk cId="2334041143" sldId="257"/>
        </pc:sldMkLst>
        <pc:spChg chg="add 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2" creationId="{343F3A70-89A0-C5C5-7107-AB9C8A3A4728}"/>
          </ac:spMkLst>
        </pc:spChg>
        <pc:spChg chg="add del mod">
          <ac:chgData name="musukie52@gmail.com" userId="017bd91f96aa8751" providerId="LiveId" clId="{5B2C3894-F97E-4CAB-8812-5BB4D83AAC6A}" dt="2026-03-30T01:27:29.582" v="62" actId="478"/>
          <ac:spMkLst>
            <pc:docMk/>
            <pc:sldMk cId="2334041143" sldId="257"/>
            <ac:spMk id="3" creationId="{50A00D17-7F9C-2C1E-9C42-2B7E6257356A}"/>
          </ac:spMkLst>
        </pc:spChg>
        <pc:spChg chg="mod">
          <ac:chgData name="musukie52@gmail.com" userId="017bd91f96aa8751" providerId="LiveId" clId="{5B2C3894-F97E-4CAB-8812-5BB4D83AAC6A}" dt="2026-03-30T01:54:25.661" v="164" actId="207"/>
          <ac:spMkLst>
            <pc:docMk/>
            <pc:sldMk cId="2334041143" sldId="257"/>
            <ac:spMk id="4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3-30T01:55:19.062" v="169" actId="2085"/>
          <ac:spMkLst>
            <pc:docMk/>
            <pc:sldMk cId="2334041143" sldId="257"/>
            <ac:spMk id="5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6" creationId="{00000000-0000-0000-0000-000000000000}"/>
          </ac:spMkLst>
        </pc:spChg>
        <pc:spChg chg="del mod">
          <ac:chgData name="musukie52@gmail.com" userId="017bd91f96aa8751" providerId="LiveId" clId="{5B2C3894-F97E-4CAB-8812-5BB4D83AAC6A}" dt="2026-03-30T01:20:22.607" v="18" actId="478"/>
          <ac:spMkLst>
            <pc:docMk/>
            <pc:sldMk cId="2334041143" sldId="257"/>
            <ac:spMk id="7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3-30T01:39:58.497" v="108" actId="20577"/>
          <ac:spMkLst>
            <pc:docMk/>
            <pc:sldMk cId="2334041143" sldId="257"/>
            <ac:spMk id="8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40:14.059" v="121"/>
          <ac:spMkLst>
            <pc:docMk/>
            <pc:sldMk cId="2334041143" sldId="257"/>
            <ac:spMk id="9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11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40:22.437" v="134" actId="14100"/>
          <ac:spMkLst>
            <pc:docMk/>
            <pc:sldMk cId="2334041143" sldId="257"/>
            <ac:spMk id="12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3-30T01:21:07.498" v="25" actId="207"/>
          <ac:spMkLst>
            <pc:docMk/>
            <pc:sldMk cId="2334041143" sldId="257"/>
            <ac:spMk id="13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3-30T01:21:07.498" v="25" actId="207"/>
          <ac:spMkLst>
            <pc:docMk/>
            <pc:sldMk cId="2334041143" sldId="257"/>
            <ac:spMk id="14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15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41:07.776" v="139" actId="20577"/>
          <ac:spMkLst>
            <pc:docMk/>
            <pc:sldMk cId="2334041143" sldId="257"/>
            <ac:spMk id="16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18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20" creationId="{00000000-0000-0000-0000-000000000000}"/>
          </ac:spMkLst>
        </pc:spChg>
        <pc:spChg chg="mod ord">
          <ac:chgData name="musukie52@gmail.com" userId="017bd91f96aa8751" providerId="LiveId" clId="{5B2C3894-F97E-4CAB-8812-5BB4D83AAC6A}" dt="2026-03-30T01:31:24.392" v="105" actId="166"/>
          <ac:spMkLst>
            <pc:docMk/>
            <pc:sldMk cId="2334041143" sldId="257"/>
            <ac:spMk id="21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3-30T01:26:02.806" v="38" actId="478"/>
          <ac:spMkLst>
            <pc:docMk/>
            <pc:sldMk cId="2334041143" sldId="257"/>
            <ac:spMk id="22" creationId="{98339D06-E0F2-2205-960B-A2621009D7D8}"/>
          </ac:spMkLst>
        </pc:spChg>
        <pc:spChg chg="add del mod">
          <ac:chgData name="musukie52@gmail.com" userId="017bd91f96aa8751" providerId="LiveId" clId="{5B2C3894-F97E-4CAB-8812-5BB4D83AAC6A}" dt="2026-03-30T01:26:03.256" v="39" actId="478"/>
          <ac:spMkLst>
            <pc:docMk/>
            <pc:sldMk cId="2334041143" sldId="257"/>
            <ac:spMk id="23" creationId="{C9A870D7-E401-4343-0AC0-08C4FC013504}"/>
          </ac:spMkLst>
        </pc:spChg>
        <pc:spChg chg="add del mod">
          <ac:chgData name="musukie52@gmail.com" userId="017bd91f96aa8751" providerId="LiveId" clId="{5B2C3894-F97E-4CAB-8812-5BB4D83AAC6A}" dt="2026-03-30T01:26:03.793" v="40" actId="478"/>
          <ac:spMkLst>
            <pc:docMk/>
            <pc:sldMk cId="2334041143" sldId="257"/>
            <ac:spMk id="24" creationId="{190598F3-116A-F31F-86CD-ACAA4DC793AF}"/>
          </ac:spMkLst>
        </pc:spChg>
        <pc:spChg chg="add del mod">
          <ac:chgData name="musukie52@gmail.com" userId="017bd91f96aa8751" providerId="LiveId" clId="{5B2C3894-F97E-4CAB-8812-5BB4D83AAC6A}" dt="2026-03-30T01:27:28.975" v="61" actId="478"/>
          <ac:spMkLst>
            <pc:docMk/>
            <pc:sldMk cId="2334041143" sldId="257"/>
            <ac:spMk id="25" creationId="{E780C323-B81F-26BD-8DFC-85DA3C0C9A22}"/>
          </ac:spMkLst>
        </pc:spChg>
        <pc:spChg chg="add del mod">
          <ac:chgData name="musukie52@gmail.com" userId="017bd91f96aa8751" providerId="LiveId" clId="{5B2C3894-F97E-4CAB-8812-5BB4D83AAC6A}" dt="2026-03-30T01:27:28.358" v="60" actId="478"/>
          <ac:spMkLst>
            <pc:docMk/>
            <pc:sldMk cId="2334041143" sldId="257"/>
            <ac:spMk id="26" creationId="{98D2D97A-5CF3-A8E8-21A5-56B4C2937060}"/>
          </ac:spMkLst>
        </pc:spChg>
        <pc:spChg chg="add del mod">
          <ac:chgData name="musukie52@gmail.com" userId="017bd91f96aa8751" providerId="LiveId" clId="{5B2C3894-F97E-4CAB-8812-5BB4D83AAC6A}" dt="2026-03-30T01:27:27.897" v="59" actId="478"/>
          <ac:spMkLst>
            <pc:docMk/>
            <pc:sldMk cId="2334041143" sldId="257"/>
            <ac:spMk id="27" creationId="{8BC47970-913A-F821-B674-191C6B98ADD2}"/>
          </ac:spMkLst>
        </pc:spChg>
        <pc:spChg chg="add del mod">
          <ac:chgData name="musukie52@gmail.com" userId="017bd91f96aa8751" providerId="LiveId" clId="{5B2C3894-F97E-4CAB-8812-5BB4D83AAC6A}" dt="2026-03-30T01:27:27.223" v="58" actId="478"/>
          <ac:spMkLst>
            <pc:docMk/>
            <pc:sldMk cId="2334041143" sldId="257"/>
            <ac:spMk id="28" creationId="{A69413CE-3F21-8A86-5B97-5F896758CD74}"/>
          </ac:spMkLst>
        </pc:spChg>
        <pc:spChg chg="add mod">
          <ac:chgData name="musukie52@gmail.com" userId="017bd91f96aa8751" providerId="LiveId" clId="{5B2C3894-F97E-4CAB-8812-5BB4D83AAC6A}" dt="2026-03-30T01:30:26.061" v="94" actId="207"/>
          <ac:spMkLst>
            <pc:docMk/>
            <pc:sldMk cId="2334041143" sldId="257"/>
            <ac:spMk id="33" creationId="{7B91612B-9C7D-5F5D-0C10-A35D76ECBA08}"/>
          </ac:spMkLst>
        </pc:spChg>
        <pc:spChg chg="add mod">
          <ac:chgData name="musukie52@gmail.com" userId="017bd91f96aa8751" providerId="LiveId" clId="{5B2C3894-F97E-4CAB-8812-5BB4D83AAC6A}" dt="2026-03-30T01:30:34.826" v="98" actId="207"/>
          <ac:spMkLst>
            <pc:docMk/>
            <pc:sldMk cId="2334041143" sldId="257"/>
            <ac:spMk id="34" creationId="{D23BE304-E2D6-7E6A-9CD7-3D5492D1E2B6}"/>
          </ac:spMkLst>
        </pc:spChg>
        <pc:spChg chg="add mod">
          <ac:chgData name="musukie52@gmail.com" userId="017bd91f96aa8751" providerId="LiveId" clId="{5B2C3894-F97E-4CAB-8812-5BB4D83AAC6A}" dt="2026-03-30T01:30:40.534" v="100" actId="207"/>
          <ac:spMkLst>
            <pc:docMk/>
            <pc:sldMk cId="2334041143" sldId="257"/>
            <ac:spMk id="35" creationId="{6BD6E198-2DC6-69E8-6766-25F9CE7270D2}"/>
          </ac:spMkLst>
        </pc:spChg>
        <pc:spChg chg="add mod">
          <ac:chgData name="musukie52@gmail.com" userId="017bd91f96aa8751" providerId="LiveId" clId="{5B2C3894-F97E-4CAB-8812-5BB4D83AAC6A}" dt="2026-03-30T01:30:44.854" v="102" actId="207"/>
          <ac:spMkLst>
            <pc:docMk/>
            <pc:sldMk cId="2334041143" sldId="257"/>
            <ac:spMk id="36" creationId="{22199777-3284-B6B3-AF16-A076073C3331}"/>
          </ac:spMkLst>
        </pc:spChg>
        <pc:spChg chg="add mod">
          <ac:chgData name="musukie52@gmail.com" userId="017bd91f96aa8751" providerId="LiveId" clId="{5B2C3894-F97E-4CAB-8812-5BB4D83AAC6A}" dt="2026-03-30T01:30:48.207" v="104" actId="207"/>
          <ac:spMkLst>
            <pc:docMk/>
            <pc:sldMk cId="2334041143" sldId="257"/>
            <ac:spMk id="37" creationId="{AFB9FC9D-29A8-DD23-48AB-6CF067B63D08}"/>
          </ac:spMkLst>
        </pc:spChg>
        <pc:spChg chg="add mod">
          <ac:chgData name="musukie52@gmail.com" userId="017bd91f96aa8751" providerId="LiveId" clId="{5B2C3894-F97E-4CAB-8812-5BB4D83AAC6A}" dt="2026-03-30T01:53:42.772" v="162" actId="20577"/>
          <ac:spMkLst>
            <pc:docMk/>
            <pc:sldMk cId="2334041143" sldId="257"/>
            <ac:spMk id="38" creationId="{4A4014F0-BAF8-8A49-0B9A-48833BDB1F43}"/>
          </ac:spMkLst>
        </pc:spChg>
        <pc:cxnChg chg="add del mod">
          <ac:chgData name="musukie52@gmail.com" userId="017bd91f96aa8751" providerId="LiveId" clId="{5B2C3894-F97E-4CAB-8812-5BB4D83AAC6A}" dt="2026-03-30T01:28:59.397" v="74" actId="478"/>
          <ac:cxnSpMkLst>
            <pc:docMk/>
            <pc:sldMk cId="2334041143" sldId="257"/>
            <ac:cxnSpMk id="30" creationId="{4D2EA3D9-ED12-4B11-B906-0996B37732E5}"/>
          </ac:cxnSpMkLst>
        </pc:cxnChg>
      </pc:sldChg>
      <pc:sldChg chg="addSp delSp modSp add mod setBg">
        <pc:chgData name="musukie52@gmail.com" userId="017bd91f96aa8751" providerId="LiveId" clId="{5B2C3894-F97E-4CAB-8812-5BB4D83AAC6A}" dt="2026-03-30T02:20:41.255" v="423" actId="20577"/>
        <pc:sldMkLst>
          <pc:docMk/>
          <pc:sldMk cId="4091973683" sldId="258"/>
        </pc:sldMkLst>
        <pc:spChg chg="add mod">
          <ac:chgData name="musukie52@gmail.com" userId="017bd91f96aa8751" providerId="LiveId" clId="{5B2C3894-F97E-4CAB-8812-5BB4D83AAC6A}" dt="2026-03-30T01:57:17.390" v="198" actId="1037"/>
          <ac:spMkLst>
            <pc:docMk/>
            <pc:sldMk cId="4091973683" sldId="258"/>
            <ac:spMk id="3" creationId="{96111037-67EC-63EE-A67F-AA1E7C0911D9}"/>
          </ac:spMkLst>
        </pc:spChg>
        <pc:spChg chg="mod">
          <ac:chgData name="musukie52@gmail.com" userId="017bd91f96aa8751" providerId="LiveId" clId="{5B2C3894-F97E-4CAB-8812-5BB4D83AAC6A}" dt="2026-03-30T01:56:43.608" v="181" actId="14100"/>
          <ac:spMkLst>
            <pc:docMk/>
            <pc:sldMk cId="4091973683" sldId="258"/>
            <ac:spMk id="4" creationId="{6BF04A61-4923-4C58-BA1E-50FED9DA6032}"/>
          </ac:spMkLst>
        </pc:spChg>
        <pc:spChg chg="mod ord">
          <ac:chgData name="musukie52@gmail.com" userId="017bd91f96aa8751" providerId="LiveId" clId="{5B2C3894-F97E-4CAB-8812-5BB4D83AAC6A}" dt="2026-03-30T02:13:55.937" v="283" actId="207"/>
          <ac:spMkLst>
            <pc:docMk/>
            <pc:sldMk cId="4091973683" sldId="258"/>
            <ac:spMk id="5" creationId="{E78D7B35-FFB4-AE3D-4059-8B5F3B129B29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6" creationId="{D3FD614B-B3D1-2799-2581-7E19812A71DD}"/>
          </ac:spMkLst>
        </pc:spChg>
        <pc:spChg chg="add mod">
          <ac:chgData name="musukie52@gmail.com" userId="017bd91f96aa8751" providerId="LiveId" clId="{5B2C3894-F97E-4CAB-8812-5BB4D83AAC6A}" dt="2026-03-30T01:57:35.744" v="201" actId="1076"/>
          <ac:spMkLst>
            <pc:docMk/>
            <pc:sldMk cId="4091973683" sldId="258"/>
            <ac:spMk id="7" creationId="{D64E15A3-EAED-CE12-FABD-B9C8CCC0C0F5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8" creationId="{BDC7C307-FB88-038B-F00C-AF4F7C6E0E27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9" creationId="{E413EA34-D317-596F-C3ED-0C7FE2696060}"/>
          </ac:spMkLst>
        </pc:spChg>
        <pc:spChg chg="mod ord">
          <ac:chgData name="musukie52@gmail.com" userId="017bd91f96aa8751" providerId="LiveId" clId="{5B2C3894-F97E-4CAB-8812-5BB4D83AAC6A}" dt="2026-03-30T02:18:23.219" v="312" actId="20577"/>
          <ac:spMkLst>
            <pc:docMk/>
            <pc:sldMk cId="4091973683" sldId="258"/>
            <ac:spMk id="10" creationId="{62BFBB14-C716-834C-6AD0-F0E2287E355A}"/>
          </ac:spMkLst>
        </pc:spChg>
        <pc:spChg chg="del ord">
          <ac:chgData name="musukie52@gmail.com" userId="017bd91f96aa8751" providerId="LiveId" clId="{5B2C3894-F97E-4CAB-8812-5BB4D83AAC6A}" dt="2026-03-30T02:10:06.306" v="258" actId="478"/>
          <ac:spMkLst>
            <pc:docMk/>
            <pc:sldMk cId="4091973683" sldId="258"/>
            <ac:spMk id="11" creationId="{F94B4076-1B67-5045-86AB-CD7350AA1560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14" creationId="{26BE3C65-3436-8099-22CC-BD47487B38E6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16" creationId="{F5F303D5-2F6F-1585-A736-4F94BC3CC874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18" creationId="{F8B62E21-B0C9-CE94-7A9A-07D8D4C68B8E}"/>
          </ac:spMkLst>
        </pc:spChg>
        <pc:spChg chg="del">
          <ac:chgData name="musukie52@gmail.com" userId="017bd91f96aa8751" providerId="LiveId" clId="{5B2C3894-F97E-4CAB-8812-5BB4D83AAC6A}" dt="2026-03-30T02:19:21.266" v="353" actId="478"/>
          <ac:spMkLst>
            <pc:docMk/>
            <pc:sldMk cId="4091973683" sldId="258"/>
            <ac:spMk id="19" creationId="{5C59755A-FE78-8634-7A4D-88039FA0FCC9}"/>
          </ac:spMkLst>
        </pc:spChg>
        <pc:spChg chg="ord">
          <ac:chgData name="musukie52@gmail.com" userId="017bd91f96aa8751" providerId="LiveId" clId="{5B2C3894-F97E-4CAB-8812-5BB4D83AAC6A}" dt="2026-03-30T01:58:53.444" v="213" actId="166"/>
          <ac:spMkLst>
            <pc:docMk/>
            <pc:sldMk cId="4091973683" sldId="258"/>
            <ac:spMk id="20" creationId="{AE514579-EFB6-D419-82FA-AF51F61CAE56}"/>
          </ac:spMkLst>
        </pc:spChg>
        <pc:spChg chg="del">
          <ac:chgData name="musukie52@gmail.com" userId="017bd91f96aa8751" providerId="LiveId" clId="{5B2C3894-F97E-4CAB-8812-5BB4D83AAC6A}" dt="2026-03-30T01:59:35.687" v="215" actId="478"/>
          <ac:spMkLst>
            <pc:docMk/>
            <pc:sldMk cId="4091973683" sldId="258"/>
            <ac:spMk id="21" creationId="{39B6332B-0BF6-7504-A901-6F9D3FF6A4E9}"/>
          </ac:spMkLst>
        </pc:spChg>
        <pc:spChg chg="add mod">
          <ac:chgData name="musukie52@gmail.com" userId="017bd91f96aa8751" providerId="LiveId" clId="{5B2C3894-F97E-4CAB-8812-5BB4D83AAC6A}" dt="2026-03-30T01:57:50.669" v="204" actId="1076"/>
          <ac:spMkLst>
            <pc:docMk/>
            <pc:sldMk cId="4091973683" sldId="258"/>
            <ac:spMk id="22" creationId="{7B2E6166-D437-EDF9-79CD-F9ABC98681E7}"/>
          </ac:spMkLst>
        </pc:spChg>
        <pc:spChg chg="add mod">
          <ac:chgData name="musukie52@gmail.com" userId="017bd91f96aa8751" providerId="LiveId" clId="{5B2C3894-F97E-4CAB-8812-5BB4D83AAC6A}" dt="2026-03-30T01:58:04.455" v="207" actId="14100"/>
          <ac:spMkLst>
            <pc:docMk/>
            <pc:sldMk cId="4091973683" sldId="258"/>
            <ac:spMk id="23" creationId="{B368189A-2355-D5A5-2EC1-AAC4C80DC5B2}"/>
          </ac:spMkLst>
        </pc:spChg>
        <pc:spChg chg="add mod">
          <ac:chgData name="musukie52@gmail.com" userId="017bd91f96aa8751" providerId="LiveId" clId="{5B2C3894-F97E-4CAB-8812-5BB4D83AAC6A}" dt="2026-03-30T01:58:17.098" v="210" actId="14100"/>
          <ac:spMkLst>
            <pc:docMk/>
            <pc:sldMk cId="4091973683" sldId="258"/>
            <ac:spMk id="24" creationId="{97168B62-7E91-318B-24CE-AB1BC3B02533}"/>
          </ac:spMkLst>
        </pc:spChg>
        <pc:spChg chg="add mod">
          <ac:chgData name="musukie52@gmail.com" userId="017bd91f96aa8751" providerId="LiveId" clId="{5B2C3894-F97E-4CAB-8812-5BB4D83AAC6A}" dt="2026-03-30T02:00:01.777" v="257" actId="20577"/>
          <ac:spMkLst>
            <pc:docMk/>
            <pc:sldMk cId="4091973683" sldId="258"/>
            <ac:spMk id="25" creationId="{4F69904C-EC4D-C12D-19BD-EB2390B91B9C}"/>
          </ac:spMkLst>
        </pc:spChg>
        <pc:spChg chg="add mod">
          <ac:chgData name="musukie52@gmail.com" userId="017bd91f96aa8751" providerId="LiveId" clId="{5B2C3894-F97E-4CAB-8812-5BB4D83AAC6A}" dt="2026-03-30T02:10:41.977" v="280" actId="20577"/>
          <ac:spMkLst>
            <pc:docMk/>
            <pc:sldMk cId="4091973683" sldId="258"/>
            <ac:spMk id="26" creationId="{FD3CE820-3ACC-CAD9-7460-F158E59EE393}"/>
          </ac:spMkLst>
        </pc:spChg>
        <pc:spChg chg="add mod">
          <ac:chgData name="musukie52@gmail.com" userId="017bd91f96aa8751" providerId="LiveId" clId="{5B2C3894-F97E-4CAB-8812-5BB4D83AAC6A}" dt="2026-03-30T02:19:09.760" v="352" actId="1076"/>
          <ac:spMkLst>
            <pc:docMk/>
            <pc:sldMk cId="4091973683" sldId="258"/>
            <ac:spMk id="27" creationId="{0A393C18-E6DB-CEE8-AC60-F383BCB35996}"/>
          </ac:spMkLst>
        </pc:spChg>
        <pc:spChg chg="add mod">
          <ac:chgData name="musukie52@gmail.com" userId="017bd91f96aa8751" providerId="LiveId" clId="{5B2C3894-F97E-4CAB-8812-5BB4D83AAC6A}" dt="2026-03-30T02:20:20.253" v="383" actId="20577"/>
          <ac:spMkLst>
            <pc:docMk/>
            <pc:sldMk cId="4091973683" sldId="258"/>
            <ac:spMk id="28" creationId="{C3EFCE05-692B-69A3-A2AF-1D2591CD36DA}"/>
          </ac:spMkLst>
        </pc:spChg>
        <pc:spChg chg="add mod">
          <ac:chgData name="musukie52@gmail.com" userId="017bd91f96aa8751" providerId="LiveId" clId="{5B2C3894-F97E-4CAB-8812-5BB4D83AAC6A}" dt="2026-03-30T02:20:41.255" v="423" actId="20577"/>
          <ac:spMkLst>
            <pc:docMk/>
            <pc:sldMk cId="4091973683" sldId="258"/>
            <ac:spMk id="29" creationId="{6ACADD41-7720-83F3-AEEC-14895C32BE4B}"/>
          </ac:spMkLst>
        </pc:spChg>
        <pc:spChg chg="del">
          <ac:chgData name="musukie52@gmail.com" userId="017bd91f96aa8751" providerId="LiveId" clId="{5B2C3894-F97E-4CAB-8812-5BB4D83AAC6A}" dt="2026-03-30T01:55:54.375" v="177" actId="478"/>
          <ac:spMkLst>
            <pc:docMk/>
            <pc:sldMk cId="4091973683" sldId="258"/>
            <ac:spMk id="33" creationId="{766406AA-BF1A-F69C-3FB3-B092A283DD44}"/>
          </ac:spMkLst>
        </pc:spChg>
        <pc:spChg chg="del">
          <ac:chgData name="musukie52@gmail.com" userId="017bd91f96aa8751" providerId="LiveId" clId="{5B2C3894-F97E-4CAB-8812-5BB4D83AAC6A}" dt="2026-03-30T01:55:52.613" v="176" actId="478"/>
          <ac:spMkLst>
            <pc:docMk/>
            <pc:sldMk cId="4091973683" sldId="258"/>
            <ac:spMk id="34" creationId="{499F7333-F174-6456-AF12-09A75590C99D}"/>
          </ac:spMkLst>
        </pc:spChg>
        <pc:spChg chg="del">
          <ac:chgData name="musukie52@gmail.com" userId="017bd91f96aa8751" providerId="LiveId" clId="{5B2C3894-F97E-4CAB-8812-5BB4D83AAC6A}" dt="2026-03-30T01:55:51.788" v="175" actId="478"/>
          <ac:spMkLst>
            <pc:docMk/>
            <pc:sldMk cId="4091973683" sldId="258"/>
            <ac:spMk id="35" creationId="{54C3C0D3-CB36-96C1-C639-481AA3A25125}"/>
          </ac:spMkLst>
        </pc:spChg>
        <pc:spChg chg="del">
          <ac:chgData name="musukie52@gmail.com" userId="017bd91f96aa8751" providerId="LiveId" clId="{5B2C3894-F97E-4CAB-8812-5BB4D83AAC6A}" dt="2026-03-30T01:55:50.641" v="174" actId="478"/>
          <ac:spMkLst>
            <pc:docMk/>
            <pc:sldMk cId="4091973683" sldId="258"/>
            <ac:spMk id="36" creationId="{C4181032-F4F6-1605-FA97-CCE7F60C1EBF}"/>
          </ac:spMkLst>
        </pc:spChg>
        <pc:spChg chg="del">
          <ac:chgData name="musukie52@gmail.com" userId="017bd91f96aa8751" providerId="LiveId" clId="{5B2C3894-F97E-4CAB-8812-5BB4D83AAC6A}" dt="2026-03-30T01:55:49.961" v="173" actId="478"/>
          <ac:spMkLst>
            <pc:docMk/>
            <pc:sldMk cId="4091973683" sldId="258"/>
            <ac:spMk id="37" creationId="{10CB756F-ADF5-01AD-5D23-A72820AE19A4}"/>
          </ac:spMkLst>
        </pc:spChg>
      </pc:sldChg>
      <pc:sldChg chg="addSp new mod">
        <pc:chgData name="musukie52@gmail.com" userId="017bd91f96aa8751" providerId="LiveId" clId="{5B2C3894-F97E-4CAB-8812-5BB4D83AAC6A}" dt="2026-03-30T02:20:51.827" v="425" actId="22"/>
        <pc:sldMkLst>
          <pc:docMk/>
          <pc:sldMk cId="3102480730" sldId="259"/>
        </pc:sldMkLst>
        <pc:picChg chg="add">
          <ac:chgData name="musukie52@gmail.com" userId="017bd91f96aa8751" providerId="LiveId" clId="{5B2C3894-F97E-4CAB-8812-5BB4D83AAC6A}" dt="2026-03-30T02:20:51.827" v="425" actId="22"/>
          <ac:picMkLst>
            <pc:docMk/>
            <pc:sldMk cId="3102480730" sldId="259"/>
            <ac:picMk id="5" creationId="{9BB5BBA8-1E41-8F9A-A1F1-A6F0D5787EC6}"/>
          </ac:picMkLst>
        </pc:picChg>
      </pc:sldChg>
      <pc:sldChg chg="addSp new mod">
        <pc:chgData name="musukie52@gmail.com" userId="017bd91f96aa8751" providerId="LiveId" clId="{5B2C3894-F97E-4CAB-8812-5BB4D83AAC6A}" dt="2026-03-30T02:21:04.926" v="427" actId="22"/>
        <pc:sldMkLst>
          <pc:docMk/>
          <pc:sldMk cId="1706705401" sldId="260"/>
        </pc:sldMkLst>
        <pc:picChg chg="add">
          <ac:chgData name="musukie52@gmail.com" userId="017bd91f96aa8751" providerId="LiveId" clId="{5B2C3894-F97E-4CAB-8812-5BB4D83AAC6A}" dt="2026-03-30T02:21:04.926" v="427" actId="22"/>
          <ac:picMkLst>
            <pc:docMk/>
            <pc:sldMk cId="1706705401" sldId="260"/>
            <ac:picMk id="5" creationId="{72F39C75-ACE8-C326-62EB-678B363BC616}"/>
          </ac:picMkLst>
        </pc:picChg>
      </pc:sldChg>
      <pc:sldChg chg="addSp new mod">
        <pc:chgData name="musukie52@gmail.com" userId="017bd91f96aa8751" providerId="LiveId" clId="{5B2C3894-F97E-4CAB-8812-5BB4D83AAC6A}" dt="2026-03-30T02:21:16.645" v="429" actId="22"/>
        <pc:sldMkLst>
          <pc:docMk/>
          <pc:sldMk cId="1028470326" sldId="261"/>
        </pc:sldMkLst>
        <pc:picChg chg="add">
          <ac:chgData name="musukie52@gmail.com" userId="017bd91f96aa8751" providerId="LiveId" clId="{5B2C3894-F97E-4CAB-8812-5BB4D83AAC6A}" dt="2026-03-30T02:21:16.645" v="429" actId="22"/>
          <ac:picMkLst>
            <pc:docMk/>
            <pc:sldMk cId="1028470326" sldId="261"/>
            <ac:picMk id="5" creationId="{72FEF2FE-BCAC-46EA-34FB-C2003C6A81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32D13-99AA-4636-90AA-800F69AD8C3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8B48B-5F30-4934-9677-39BE81983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88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8B48B-5F30-4934-9677-39BE819839D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9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48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1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2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0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8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15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6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48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95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78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443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11268-C062-4462-9948-2814E8F03C39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BA8D7-0464-431F-B814-086EAF2BB3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9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44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1DA44-CC47-6EB3-35D0-DB823C81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6BF04A61-4923-4C58-BA1E-50FED9DA6032}"/>
              </a:ext>
            </a:extLst>
          </p:cNvPr>
          <p:cNvSpPr/>
          <p:nvPr/>
        </p:nvSpPr>
        <p:spPr>
          <a:xfrm>
            <a:off x="-1" y="411480"/>
            <a:ext cx="12191999" cy="6446520"/>
          </a:xfrm>
          <a:prstGeom prst="triangle">
            <a:avLst>
              <a:gd name="adj" fmla="val 100000"/>
            </a:avLst>
          </a:prstGeom>
          <a:solidFill>
            <a:srgbClr val="669E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111037-67EC-63EE-A67F-AA1E7C0911D9}"/>
              </a:ext>
            </a:extLst>
          </p:cNvPr>
          <p:cNvSpPr/>
          <p:nvPr/>
        </p:nvSpPr>
        <p:spPr>
          <a:xfrm>
            <a:off x="-436" y="1"/>
            <a:ext cx="2448000" cy="6857999"/>
          </a:xfrm>
          <a:prstGeom prst="rect">
            <a:avLst/>
          </a:prstGeom>
          <a:solidFill>
            <a:srgbClr val="4B4443">
              <a:alpha val="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4E15A3-EAED-CE12-FABD-B9C8CCC0C0F5}"/>
              </a:ext>
            </a:extLst>
          </p:cNvPr>
          <p:cNvSpPr/>
          <p:nvPr/>
        </p:nvSpPr>
        <p:spPr>
          <a:xfrm>
            <a:off x="2442868" y="1"/>
            <a:ext cx="2448000" cy="6857999"/>
          </a:xfrm>
          <a:prstGeom prst="rect">
            <a:avLst/>
          </a:prstGeom>
          <a:solidFill>
            <a:srgbClr val="4B4443">
              <a:alpha val="2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2E6166-D437-EDF9-79CD-F9ABC98681E7}"/>
              </a:ext>
            </a:extLst>
          </p:cNvPr>
          <p:cNvSpPr/>
          <p:nvPr/>
        </p:nvSpPr>
        <p:spPr>
          <a:xfrm>
            <a:off x="4885736" y="1"/>
            <a:ext cx="2448000" cy="6857999"/>
          </a:xfrm>
          <a:prstGeom prst="rect">
            <a:avLst/>
          </a:prstGeom>
          <a:solidFill>
            <a:srgbClr val="4B4443">
              <a:alpha val="4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68189A-2355-D5A5-2EC1-AAC4C80DC5B2}"/>
              </a:ext>
            </a:extLst>
          </p:cNvPr>
          <p:cNvSpPr/>
          <p:nvPr/>
        </p:nvSpPr>
        <p:spPr>
          <a:xfrm>
            <a:off x="7329040" y="-1"/>
            <a:ext cx="2448000" cy="6857999"/>
          </a:xfrm>
          <a:prstGeom prst="rect">
            <a:avLst/>
          </a:prstGeom>
          <a:solidFill>
            <a:srgbClr val="4B4443">
              <a:alpha val="6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168B62-7E91-318B-24CE-AB1BC3B02533}"/>
              </a:ext>
            </a:extLst>
          </p:cNvPr>
          <p:cNvSpPr/>
          <p:nvPr/>
        </p:nvSpPr>
        <p:spPr>
          <a:xfrm>
            <a:off x="9777918" y="-3"/>
            <a:ext cx="2448000" cy="6857999"/>
          </a:xfrm>
          <a:prstGeom prst="rect">
            <a:avLst/>
          </a:prstGeom>
          <a:solidFill>
            <a:srgbClr val="4B4443">
              <a:alpha val="80000"/>
            </a:srgbClr>
          </a:solidFill>
          <a:ln>
            <a:solidFill>
              <a:srgbClr val="FAEB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78D7B35-FFB4-AE3D-4059-8B5F3B129B29}"/>
              </a:ext>
            </a:extLst>
          </p:cNvPr>
          <p:cNvSpPr/>
          <p:nvPr/>
        </p:nvSpPr>
        <p:spPr>
          <a:xfrm flipH="1" flipV="1">
            <a:off x="5976" y="5976"/>
            <a:ext cx="12192000" cy="6447600"/>
          </a:xfrm>
          <a:prstGeom prst="triangle">
            <a:avLst>
              <a:gd name="adj" fmla="val 100000"/>
            </a:avLst>
          </a:prstGeom>
          <a:solidFill>
            <a:srgbClr val="352F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FD614B-B3D1-2799-2581-7E19812A71DD}"/>
              </a:ext>
            </a:extLst>
          </p:cNvPr>
          <p:cNvSpPr/>
          <p:nvPr/>
        </p:nvSpPr>
        <p:spPr>
          <a:xfrm>
            <a:off x="976647" y="432532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쓰레기 줍기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C7C307-FB88-038B-F00C-AF4F7C6E0E27}"/>
              </a:ext>
            </a:extLst>
          </p:cNvPr>
          <p:cNvSpPr/>
          <p:nvPr/>
        </p:nvSpPr>
        <p:spPr>
          <a:xfrm>
            <a:off x="1901457" y="45011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첫 번째 균열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3EA34-D317-596F-C3ED-0C7FE2696060}"/>
              </a:ext>
            </a:extLst>
          </p:cNvPr>
          <p:cNvSpPr/>
          <p:nvPr/>
        </p:nvSpPr>
        <p:spPr>
          <a:xfrm>
            <a:off x="3149428" y="44714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지수 측정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FBB14-C716-834C-6AD0-F0E2287E355A}"/>
              </a:ext>
            </a:extLst>
          </p:cNvPr>
          <p:cNvSpPr/>
          <p:nvPr/>
        </p:nvSpPr>
        <p:spPr>
          <a:xfrm>
            <a:off x="114822" y="439360"/>
            <a:ext cx="136148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가정 환경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24057" y="447144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주인공 선의 지수 공개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498CD9-1DA7-81E1-FB4A-82A557A89F58}"/>
              </a:ext>
            </a:extLst>
          </p:cNvPr>
          <p:cNvSpPr/>
          <p:nvPr/>
        </p:nvSpPr>
        <p:spPr>
          <a:xfrm>
            <a:off x="976647" y="15250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칭찬 중독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BE3C65-3436-8099-22CC-BD47487B38E6}"/>
              </a:ext>
            </a:extLst>
          </p:cNvPr>
          <p:cNvSpPr/>
          <p:nvPr/>
        </p:nvSpPr>
        <p:spPr>
          <a:xfrm>
            <a:off x="6039211" y="450382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친구의 죽음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9433AB-929B-1C3E-CB2E-88B9EC80CB59}"/>
              </a:ext>
            </a:extLst>
          </p:cNvPr>
          <p:cNvSpPr/>
          <p:nvPr/>
        </p:nvSpPr>
        <p:spPr>
          <a:xfrm>
            <a:off x="4415492" y="187744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</a:t>
            </a:r>
            <a:r>
              <a:rPr lang="ko-KR" altLang="en-US" sz="1000" dirty="0" err="1">
                <a:solidFill>
                  <a:schemeClr val="bg1"/>
                </a:solidFill>
              </a:rPr>
              <a:t>고갈자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B62E21-B0C9-CE94-7A9A-07D8D4C68B8E}"/>
              </a:ext>
            </a:extLst>
          </p:cNvPr>
          <p:cNvSpPr/>
          <p:nvPr/>
        </p:nvSpPr>
        <p:spPr>
          <a:xfrm>
            <a:off x="6039952" y="1869904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동생의 한마디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11E15E-7AE3-A513-B116-5F3937E8BB23}"/>
              </a:ext>
            </a:extLst>
          </p:cNvPr>
          <p:cNvSpPr/>
          <p:nvPr/>
        </p:nvSpPr>
        <p:spPr>
          <a:xfrm>
            <a:off x="3157186" y="219144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영웅 산업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822792" y="3955191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첫 번째 협력자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3CE820-3ACC-CAD9-7460-F158E59EE393}"/>
              </a:ext>
            </a:extLst>
          </p:cNvPr>
          <p:cNvSpPr/>
          <p:nvPr/>
        </p:nvSpPr>
        <p:spPr>
          <a:xfrm>
            <a:off x="3146826" y="1528563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거절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EFCE05-692B-69A3-A2AF-1D2591CD36DA}"/>
              </a:ext>
            </a:extLst>
          </p:cNvPr>
          <p:cNvSpPr/>
          <p:nvPr/>
        </p:nvSpPr>
        <p:spPr>
          <a:xfrm>
            <a:off x="1896333" y="1531526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구원 방법 발견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CADD41-7720-83F3-AEEC-14895C32BE4B}"/>
              </a:ext>
            </a:extLst>
          </p:cNvPr>
          <p:cNvSpPr/>
          <p:nvPr/>
        </p:nvSpPr>
        <p:spPr>
          <a:xfrm>
            <a:off x="8564781" y="439360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최종 선택</a:t>
            </a: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B431C50-A9BF-C9E4-B3D6-224F16BDF128}"/>
              </a:ext>
            </a:extLst>
          </p:cNvPr>
          <p:cNvSpPr/>
          <p:nvPr/>
        </p:nvSpPr>
        <p:spPr>
          <a:xfrm>
            <a:off x="46976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가정 환경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8EB86231-D003-28EE-0190-33A053BE2B99}"/>
              </a:ext>
            </a:extLst>
          </p:cNvPr>
          <p:cNvSpPr/>
          <p:nvPr/>
        </p:nvSpPr>
        <p:spPr>
          <a:xfrm>
            <a:off x="680724" y="582823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쓰레기 줍기</a:t>
            </a:r>
          </a:p>
        </p:txBody>
      </p:sp>
      <p:sp>
        <p:nvSpPr>
          <p:cNvPr id="19" name="화살표: 오각형 18">
            <a:extLst>
              <a:ext uri="{FF2B5EF4-FFF2-40B4-BE49-F238E27FC236}">
                <a16:creationId xmlns:a16="http://schemas.microsoft.com/office/drawing/2014/main" id="{D994D8C9-CD09-F8AD-E4A1-51AE38A4CDCF}"/>
              </a:ext>
            </a:extLst>
          </p:cNvPr>
          <p:cNvSpPr/>
          <p:nvPr/>
        </p:nvSpPr>
        <p:spPr>
          <a:xfrm>
            <a:off x="1325608" y="63104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첫 균열 발견</a:t>
            </a: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0C2186D-C44A-8D06-9A3A-DD9F54385827}"/>
              </a:ext>
            </a:extLst>
          </p:cNvPr>
          <p:cNvCxnSpPr>
            <a:cxnSpLocks/>
            <a:stCxn id="2" idx="0"/>
            <a:endCxn id="11" idx="1"/>
          </p:cNvCxnSpPr>
          <p:nvPr/>
        </p:nvCxnSpPr>
        <p:spPr>
          <a:xfrm rot="5400000" flipH="1" flipV="1">
            <a:off x="427322" y="6057088"/>
            <a:ext cx="333706" cy="17309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530348AF-1F2B-8968-32FA-97E687281648}"/>
              </a:ext>
            </a:extLst>
          </p:cNvPr>
          <p:cNvCxnSpPr>
            <a:cxnSpLocks/>
            <a:stCxn id="11" idx="3"/>
            <a:endCxn id="19" idx="0"/>
          </p:cNvCxnSpPr>
          <p:nvPr/>
        </p:nvCxnSpPr>
        <p:spPr>
          <a:xfrm>
            <a:off x="1750572" y="5976783"/>
            <a:ext cx="35687" cy="33370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6E8F5DB-1D6C-DE7B-FBEC-3A6725D722DD}"/>
              </a:ext>
            </a:extLst>
          </p:cNvPr>
          <p:cNvCxnSpPr>
            <a:cxnSpLocks/>
            <a:stCxn id="19" idx="2"/>
            <a:endCxn id="45" idx="2"/>
          </p:cNvCxnSpPr>
          <p:nvPr/>
        </p:nvCxnSpPr>
        <p:spPr>
          <a:xfrm rot="16200000" flipH="1">
            <a:off x="2364290" y="6029550"/>
            <a:ext cx="5428" cy="1161490"/>
          </a:xfrm>
          <a:prstGeom prst="bentConnector3">
            <a:avLst>
              <a:gd name="adj1" fmla="val 221951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화살표: 오각형 44">
            <a:extLst>
              <a:ext uri="{FF2B5EF4-FFF2-40B4-BE49-F238E27FC236}">
                <a16:creationId xmlns:a16="http://schemas.microsoft.com/office/drawing/2014/main" id="{584E6426-EE9B-9BEF-2C41-48ADABE0AD85}"/>
              </a:ext>
            </a:extLst>
          </p:cNvPr>
          <p:cNvSpPr/>
          <p:nvPr/>
        </p:nvSpPr>
        <p:spPr>
          <a:xfrm>
            <a:off x="2487098" y="6315917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측정</a:t>
            </a:r>
          </a:p>
        </p:txBody>
      </p:sp>
      <p:sp>
        <p:nvSpPr>
          <p:cNvPr id="46" name="화살표: 오각형 45">
            <a:extLst>
              <a:ext uri="{FF2B5EF4-FFF2-40B4-BE49-F238E27FC236}">
                <a16:creationId xmlns:a16="http://schemas.microsoft.com/office/drawing/2014/main" id="{F7E60FDC-1D02-1C24-6C9F-273E29C30265}"/>
              </a:ext>
            </a:extLst>
          </p:cNvPr>
          <p:cNvSpPr/>
          <p:nvPr/>
        </p:nvSpPr>
        <p:spPr>
          <a:xfrm>
            <a:off x="3086478" y="5376492"/>
            <a:ext cx="1123360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강제 징집</a:t>
            </a:r>
          </a:p>
        </p:txBody>
      </p:sp>
      <p:sp>
        <p:nvSpPr>
          <p:cNvPr id="47" name="화살표: 오각형 46">
            <a:extLst>
              <a:ext uri="{FF2B5EF4-FFF2-40B4-BE49-F238E27FC236}">
                <a16:creationId xmlns:a16="http://schemas.microsoft.com/office/drawing/2014/main" id="{B1D09D92-4C70-7956-2027-83151D495223}"/>
              </a:ext>
            </a:extLst>
          </p:cNvPr>
          <p:cNvSpPr/>
          <p:nvPr/>
        </p:nvSpPr>
        <p:spPr>
          <a:xfrm>
            <a:off x="3783580" y="593321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</a:t>
            </a:r>
            <a:r>
              <a:rPr lang="ko-KR" altLang="en-US" sz="800" dirty="0" err="1">
                <a:solidFill>
                  <a:schemeClr val="tx1"/>
                </a:solidFill>
              </a:rPr>
              <a:t>고갈자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3EA178F5-08A6-938A-EF3F-7995FC791306}"/>
              </a:ext>
            </a:extLst>
          </p:cNvPr>
          <p:cNvCxnSpPr>
            <a:cxnSpLocks/>
            <a:stCxn id="45" idx="0"/>
            <a:endCxn id="46" idx="1"/>
          </p:cNvCxnSpPr>
          <p:nvPr/>
        </p:nvCxnSpPr>
        <p:spPr>
          <a:xfrm rot="5400000" flipH="1" flipV="1">
            <a:off x="2621674" y="5851114"/>
            <a:ext cx="790879" cy="138729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46CA2A6-781C-1036-2211-52C090321EB7}"/>
              </a:ext>
            </a:extLst>
          </p:cNvPr>
          <p:cNvCxnSpPr>
            <a:cxnSpLocks/>
            <a:stCxn id="46" idx="3"/>
            <a:endCxn id="47" idx="0"/>
          </p:cNvCxnSpPr>
          <p:nvPr/>
        </p:nvCxnSpPr>
        <p:spPr>
          <a:xfrm>
            <a:off x="4209838" y="5525038"/>
            <a:ext cx="34393" cy="408176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화살표: 오각형 53">
            <a:extLst>
              <a:ext uri="{FF2B5EF4-FFF2-40B4-BE49-F238E27FC236}">
                <a16:creationId xmlns:a16="http://schemas.microsoft.com/office/drawing/2014/main" id="{E0501A97-5113-FD6E-75F5-A6943C93087F}"/>
              </a:ext>
            </a:extLst>
          </p:cNvPr>
          <p:cNvSpPr/>
          <p:nvPr/>
        </p:nvSpPr>
        <p:spPr>
          <a:xfrm>
            <a:off x="5010695" y="630503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주인공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선의 지수 공개</a:t>
            </a:r>
          </a:p>
        </p:txBody>
      </p:sp>
      <p:sp>
        <p:nvSpPr>
          <p:cNvPr id="55" name="화살표: 오각형 54">
            <a:extLst>
              <a:ext uri="{FF2B5EF4-FFF2-40B4-BE49-F238E27FC236}">
                <a16:creationId xmlns:a16="http://schemas.microsoft.com/office/drawing/2014/main" id="{81A61468-EC7B-C897-0AC1-2A2BD6AA2750}"/>
              </a:ext>
            </a:extLst>
          </p:cNvPr>
          <p:cNvSpPr/>
          <p:nvPr/>
        </p:nvSpPr>
        <p:spPr>
          <a:xfrm>
            <a:off x="5699789" y="511691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구조 실패</a:t>
            </a:r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77A5AF9E-9470-98DD-51F2-2D789F2E9E97}"/>
              </a:ext>
            </a:extLst>
          </p:cNvPr>
          <p:cNvSpPr/>
          <p:nvPr/>
        </p:nvSpPr>
        <p:spPr>
          <a:xfrm>
            <a:off x="6225272" y="4246465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친구의 죽음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DDCD975-41F3-A6D1-8D6C-115DAED2F3F4}"/>
              </a:ext>
            </a:extLst>
          </p:cNvPr>
          <p:cNvCxnSpPr>
            <a:cxnSpLocks/>
            <a:stCxn id="54" idx="0"/>
            <a:endCxn id="55" idx="1"/>
          </p:cNvCxnSpPr>
          <p:nvPr/>
        </p:nvCxnSpPr>
        <p:spPr>
          <a:xfrm rot="5400000" flipH="1" flipV="1">
            <a:off x="5065784" y="5671026"/>
            <a:ext cx="1039566" cy="228443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17F1E12-4A5A-E593-ED1D-58D07734489C}"/>
              </a:ext>
            </a:extLst>
          </p:cNvPr>
          <p:cNvCxnSpPr>
            <a:cxnSpLocks/>
            <a:stCxn id="55" idx="0"/>
            <a:endCxn id="56" idx="0"/>
          </p:cNvCxnSpPr>
          <p:nvPr/>
        </p:nvCxnSpPr>
        <p:spPr>
          <a:xfrm rot="5400000" flipH="1" flipV="1">
            <a:off x="5987955" y="4418951"/>
            <a:ext cx="870453" cy="525483"/>
          </a:xfrm>
          <a:prstGeom prst="bentConnector3">
            <a:avLst>
              <a:gd name="adj1" fmla="val 12626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화살표: 오각형 66">
            <a:extLst>
              <a:ext uri="{FF2B5EF4-FFF2-40B4-BE49-F238E27FC236}">
                <a16:creationId xmlns:a16="http://schemas.microsoft.com/office/drawing/2014/main" id="{1CDF306A-BE2E-258F-9738-B9A5B47B115C}"/>
              </a:ext>
            </a:extLst>
          </p:cNvPr>
          <p:cNvSpPr/>
          <p:nvPr/>
        </p:nvSpPr>
        <p:spPr>
          <a:xfrm>
            <a:off x="7543295" y="633108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괴물의 정체</a:t>
            </a:r>
          </a:p>
        </p:txBody>
      </p:sp>
      <p:sp>
        <p:nvSpPr>
          <p:cNvPr id="68" name="화살표: 오각형 67">
            <a:extLst>
              <a:ext uri="{FF2B5EF4-FFF2-40B4-BE49-F238E27FC236}">
                <a16:creationId xmlns:a16="http://schemas.microsoft.com/office/drawing/2014/main" id="{30165209-03A4-1DA5-09AC-AF365CDA165C}"/>
              </a:ext>
            </a:extLst>
          </p:cNvPr>
          <p:cNvSpPr/>
          <p:nvPr/>
        </p:nvSpPr>
        <p:spPr>
          <a:xfrm>
            <a:off x="8142657" y="4985022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육체 저장소 발견</a:t>
            </a:r>
          </a:p>
        </p:txBody>
      </p:sp>
      <p:sp>
        <p:nvSpPr>
          <p:cNvPr id="69" name="화살표: 오각형 68">
            <a:extLst>
              <a:ext uri="{FF2B5EF4-FFF2-40B4-BE49-F238E27FC236}">
                <a16:creationId xmlns:a16="http://schemas.microsoft.com/office/drawing/2014/main" id="{1CCCC373-1F82-27EE-EB8C-9D09D44243F1}"/>
              </a:ext>
            </a:extLst>
          </p:cNvPr>
          <p:cNvSpPr/>
          <p:nvPr/>
        </p:nvSpPr>
        <p:spPr>
          <a:xfrm>
            <a:off x="8707192" y="3290723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구원 방법</a:t>
            </a: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20F5CBD8-C72D-6784-0F75-14B7A3620DFA}"/>
              </a:ext>
            </a:extLst>
          </p:cNvPr>
          <p:cNvCxnSpPr>
            <a:cxnSpLocks/>
            <a:stCxn id="67" idx="0"/>
            <a:endCxn id="68" idx="1"/>
          </p:cNvCxnSpPr>
          <p:nvPr/>
        </p:nvCxnSpPr>
        <p:spPr>
          <a:xfrm rot="5400000" flipH="1" flipV="1">
            <a:off x="7474541" y="5662974"/>
            <a:ext cx="1197521" cy="13871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 rot="5400000" flipH="1" flipV="1">
            <a:off x="8038426" y="3855606"/>
            <a:ext cx="1694299" cy="564535"/>
          </a:xfrm>
          <a:prstGeom prst="bentConnector3">
            <a:avLst>
              <a:gd name="adj1" fmla="val 113492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69" idx="3"/>
            <a:endCxn id="165" idx="1"/>
          </p:cNvCxnSpPr>
          <p:nvPr/>
        </p:nvCxnSpPr>
        <p:spPr>
          <a:xfrm>
            <a:off x="9777040" y="3439269"/>
            <a:ext cx="149560" cy="5155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BACF5E8-B18E-E4F1-31F5-D15622A47334}"/>
              </a:ext>
            </a:extLst>
          </p:cNvPr>
          <p:cNvSpPr/>
          <p:nvPr/>
        </p:nvSpPr>
        <p:spPr>
          <a:xfrm>
            <a:off x="6043564" y="1523025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구조 실패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1D86EC7-0B5D-E426-4A1E-96C0AD6369DC}"/>
              </a:ext>
            </a:extLst>
          </p:cNvPr>
          <p:cNvSpPr/>
          <p:nvPr/>
        </p:nvSpPr>
        <p:spPr>
          <a:xfrm>
            <a:off x="3146826" y="1869904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선의 랭킹 시스템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7BEDFB0-C6B6-34D0-27F5-C9C042F80467}"/>
              </a:ext>
            </a:extLst>
          </p:cNvPr>
          <p:cNvSpPr/>
          <p:nvPr/>
        </p:nvSpPr>
        <p:spPr>
          <a:xfrm>
            <a:off x="7230030" y="443893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괴물의 정체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CEE8659-536F-341A-1E79-4A146B933C78}"/>
              </a:ext>
            </a:extLst>
          </p:cNvPr>
          <p:cNvSpPr/>
          <p:nvPr/>
        </p:nvSpPr>
        <p:spPr>
          <a:xfrm>
            <a:off x="7219679" y="1506467"/>
            <a:ext cx="1262254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dirty="0">
                <a:solidFill>
                  <a:schemeClr val="bg1"/>
                </a:solidFill>
              </a:rPr>
              <a:t>육체 저장소 발견</a:t>
            </a: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BC660F1B-9D1B-ACB4-23EB-18B00A29F9B9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>
            <a:off x="4853428" y="6081760"/>
            <a:ext cx="157267" cy="371816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꺾임 126">
            <a:extLst>
              <a:ext uri="{FF2B5EF4-FFF2-40B4-BE49-F238E27FC236}">
                <a16:creationId xmlns:a16="http://schemas.microsoft.com/office/drawing/2014/main" id="{55455B5E-7F35-3945-07EC-113BCA670A85}"/>
              </a:ext>
            </a:extLst>
          </p:cNvPr>
          <p:cNvCxnSpPr>
            <a:cxnSpLocks/>
            <a:stCxn id="56" idx="3"/>
            <a:endCxn id="67" idx="1"/>
          </p:cNvCxnSpPr>
          <p:nvPr/>
        </p:nvCxnSpPr>
        <p:spPr>
          <a:xfrm>
            <a:off x="7295120" y="4395011"/>
            <a:ext cx="248175" cy="2084624"/>
          </a:xfrm>
          <a:prstGeom prst="bentConnector3">
            <a:avLst>
              <a:gd name="adj1" fmla="val 50000"/>
            </a:avLst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5A3AF7-5731-8BDD-2C11-8F2E1CB81D7E}"/>
              </a:ext>
            </a:extLst>
          </p:cNvPr>
          <p:cNvSpPr/>
          <p:nvPr/>
        </p:nvSpPr>
        <p:spPr>
          <a:xfrm>
            <a:off x="4419205" y="1536003"/>
            <a:ext cx="1702601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강제 징집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94" name="직선 연결선 93"/>
          <p:cNvCxnSpPr/>
          <p:nvPr/>
        </p:nvCxnSpPr>
        <p:spPr>
          <a:xfrm flipH="1">
            <a:off x="134560" y="1204515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6"/>
          <p:cNvSpPr/>
          <p:nvPr/>
        </p:nvSpPr>
        <p:spPr>
          <a:xfrm>
            <a:off x="134559" y="115610"/>
            <a:ext cx="779980" cy="329483"/>
          </a:xfrm>
          <a:prstGeom prst="roundRect">
            <a:avLst/>
          </a:prstGeom>
          <a:solidFill>
            <a:srgbClr val="FAEBA0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</a:rPr>
              <a:t>메인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34560" y="1539931"/>
            <a:ext cx="779980" cy="33994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</a:rPr>
              <a:t>서브</a:t>
            </a:r>
            <a:r>
              <a:rPr lang="ko-KR" altLang="en-US" sz="1000" smtClean="0">
                <a:solidFill>
                  <a:schemeClr val="tx1"/>
                </a:solidFill>
              </a:rPr>
              <a:t> 사건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7" name="직선 연결선 106"/>
          <p:cNvCxnSpPr/>
          <p:nvPr/>
        </p:nvCxnSpPr>
        <p:spPr>
          <a:xfrm flipH="1">
            <a:off x="1423137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H="1">
            <a:off x="2706694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 flipH="1">
            <a:off x="4349973" y="1210919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 flipH="1">
            <a:off x="5494872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6776284" y="1208981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7926886" y="1205378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4"/>
          <p:cNvSpPr/>
          <p:nvPr/>
        </p:nvSpPr>
        <p:spPr>
          <a:xfrm>
            <a:off x="132305" y="3478372"/>
            <a:ext cx="779980" cy="339946"/>
          </a:xfrm>
          <a:prstGeom prst="roundRect">
            <a:avLst/>
          </a:prstGeom>
          <a:solidFill>
            <a:srgbClr val="4B4443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bg1"/>
                </a:solidFill>
              </a:rPr>
              <a:t>관계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11507" y="3961404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부모의 정서적 학대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17" name="직선 연결선 116"/>
          <p:cNvCxnSpPr/>
          <p:nvPr/>
        </p:nvCxnSpPr>
        <p:spPr>
          <a:xfrm flipH="1">
            <a:off x="141421" y="318177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1420854" y="3179030"/>
            <a:ext cx="172597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120885" y="4369722"/>
            <a:ext cx="1321206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동생과의 차별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 flipH="1">
            <a:off x="2928401" y="3179030"/>
            <a:ext cx="3082855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69904C-EC4D-C12D-19BD-EB2390B91B9C}"/>
              </a:ext>
            </a:extLst>
          </p:cNvPr>
          <p:cNvSpPr/>
          <p:nvPr/>
        </p:nvSpPr>
        <p:spPr>
          <a:xfrm>
            <a:off x="2977295" y="3951768"/>
            <a:ext cx="1069848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smtClean="0">
                <a:solidFill>
                  <a:schemeClr val="bg1"/>
                </a:solidFill>
              </a:rPr>
              <a:t>조력자 등장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113540" y="1208981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 flipH="1">
            <a:off x="113540" y="3177955"/>
            <a:ext cx="85657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163947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희생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9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4439428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생존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30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0"/>
            <a:endCxn id="128" idx="1"/>
          </p:cNvCxnSpPr>
          <p:nvPr/>
        </p:nvCxnSpPr>
        <p:spPr>
          <a:xfrm rot="5400000" flipH="1" flipV="1">
            <a:off x="10101531" y="2271560"/>
            <a:ext cx="1376545" cy="409477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꺾임 70">
            <a:extLst>
              <a:ext uri="{FF2B5EF4-FFF2-40B4-BE49-F238E27FC236}">
                <a16:creationId xmlns:a16="http://schemas.microsoft.com/office/drawing/2014/main" id="{9276516F-B2DC-7B6A-5338-8E4889B4069E}"/>
              </a:ext>
            </a:extLst>
          </p:cNvPr>
          <p:cNvCxnSpPr>
            <a:cxnSpLocks/>
            <a:stCxn id="165" idx="2"/>
            <a:endCxn id="129" idx="1"/>
          </p:cNvCxnSpPr>
          <p:nvPr/>
        </p:nvCxnSpPr>
        <p:spPr>
          <a:xfrm rot="16200000" flipH="1">
            <a:off x="10366297" y="3943045"/>
            <a:ext cx="863696" cy="426161"/>
          </a:xfrm>
          <a:prstGeom prst="bentConnector2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30286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세계 구원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2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0994542" y="2967944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잊혀짐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38" idx="2"/>
            <a:endCxn id="142" idx="0"/>
          </p:cNvCxnSpPr>
          <p:nvPr/>
        </p:nvCxnSpPr>
        <p:spPr>
          <a:xfrm>
            <a:off x="11455193" y="2599956"/>
            <a:ext cx="0" cy="367988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1226" y="5098019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비난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화살표: 오각형 75">
            <a:extLst>
              <a:ext uri="{FF2B5EF4-FFF2-40B4-BE49-F238E27FC236}">
                <a16:creationId xmlns:a16="http://schemas.microsoft.com/office/drawing/2014/main" id="{D216EC82-415A-355B-5917-9E53B0AF762D}"/>
              </a:ext>
            </a:extLst>
          </p:cNvPr>
          <p:cNvSpPr/>
          <p:nvPr/>
        </p:nvSpPr>
        <p:spPr>
          <a:xfrm>
            <a:off x="11013168" y="5756610"/>
            <a:ext cx="1069848" cy="297092"/>
          </a:xfrm>
          <a:prstGeom prst="homePlate">
            <a:avLst/>
          </a:prstGeom>
          <a:solidFill>
            <a:srgbClr val="FAEBA0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190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이제야 움직이는 세상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47" idx="2"/>
            <a:endCxn id="153" idx="0"/>
          </p:cNvCxnSpPr>
          <p:nvPr/>
        </p:nvCxnSpPr>
        <p:spPr>
          <a:xfrm>
            <a:off x="11471877" y="5395111"/>
            <a:ext cx="1942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순서도: 판단 164"/>
          <p:cNvSpPr/>
          <p:nvPr/>
        </p:nvSpPr>
        <p:spPr>
          <a:xfrm>
            <a:off x="9926600" y="3164570"/>
            <a:ext cx="1316930" cy="559708"/>
          </a:xfrm>
          <a:prstGeom prst="flowChartDecision">
            <a:avLst/>
          </a:prstGeom>
          <a:solidFill>
            <a:schemeClr val="bg1"/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최종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8" idx="2"/>
            <a:endCxn id="138" idx="0"/>
          </p:cNvCxnSpPr>
          <p:nvPr/>
        </p:nvCxnSpPr>
        <p:spPr>
          <a:xfrm>
            <a:off x="11455193" y="1936571"/>
            <a:ext cx="0" cy="366293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BADBD593-F14C-0FE6-82A5-BCC7AB757BEB}"/>
              </a:ext>
            </a:extLst>
          </p:cNvPr>
          <p:cNvCxnSpPr>
            <a:cxnSpLocks/>
            <a:stCxn id="129" idx="2"/>
            <a:endCxn id="147" idx="0"/>
          </p:cNvCxnSpPr>
          <p:nvPr/>
        </p:nvCxnSpPr>
        <p:spPr>
          <a:xfrm>
            <a:off x="11471877" y="4736520"/>
            <a:ext cx="0" cy="361499"/>
          </a:xfrm>
          <a:prstGeom prst="straightConnector1">
            <a:avLst/>
          </a:prstGeom>
          <a:ln w="19050">
            <a:solidFill>
              <a:srgbClr val="FAE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 rot="19927908">
            <a:off x="1772839" y="508996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발단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187" name="TextBox 186"/>
          <p:cNvSpPr txBox="1"/>
          <p:nvPr/>
        </p:nvSpPr>
        <p:spPr>
          <a:xfrm rot="19927908">
            <a:off x="4211798" y="3791447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전개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188" name="TextBox 187"/>
          <p:cNvSpPr txBox="1"/>
          <p:nvPr/>
        </p:nvSpPr>
        <p:spPr>
          <a:xfrm rot="19927908">
            <a:off x="6623486" y="2516256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위기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189" name="TextBox 188"/>
          <p:cNvSpPr txBox="1"/>
          <p:nvPr/>
        </p:nvSpPr>
        <p:spPr>
          <a:xfrm rot="19927908">
            <a:off x="9004550" y="1260531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절정</a:t>
            </a:r>
            <a:endParaRPr lang="ko-KR" altLang="en-US" sz="1000">
              <a:solidFill>
                <a:srgbClr val="FAEBA0"/>
              </a:solidFill>
            </a:endParaRPr>
          </a:p>
        </p:txBody>
      </p:sp>
      <p:sp>
        <p:nvSpPr>
          <p:cNvPr id="190" name="TextBox 189"/>
          <p:cNvSpPr txBox="1"/>
          <p:nvPr/>
        </p:nvSpPr>
        <p:spPr>
          <a:xfrm rot="19927908">
            <a:off x="11335798" y="36692"/>
            <a:ext cx="611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mtClean="0">
                <a:solidFill>
                  <a:srgbClr val="FAEBA0"/>
                </a:solidFill>
              </a:rPr>
              <a:t>결말</a:t>
            </a:r>
            <a:endParaRPr lang="ko-KR" altLang="en-US" sz="1000">
              <a:solidFill>
                <a:srgbClr val="FAEB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97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softEdge rad="25400"/>
        </a:effectLst>
      </a:spPr>
      <a:bodyPr rtlCol="0" anchor="ctr"/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105</Words>
  <Application>Microsoft Office PowerPoint</Application>
  <PresentationFormat>와이드스크린</PresentationFormat>
  <Paragraphs>51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13</cp:revision>
  <dcterms:created xsi:type="dcterms:W3CDTF">2026-03-27T05:49:27Z</dcterms:created>
  <dcterms:modified xsi:type="dcterms:W3CDTF">2026-03-31T06:16:10Z</dcterms:modified>
</cp:coreProperties>
</file>