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8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2F34"/>
    <a:srgbClr val="FAEBA0"/>
    <a:srgbClr val="4E0A74"/>
    <a:srgbClr val="4B4443"/>
    <a:srgbClr val="669E40"/>
    <a:srgbClr val="540B9D"/>
    <a:srgbClr val="FDFB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85CAB5-BF9D-4577-A3CE-8E24176FA968}" v="33" dt="2026-03-30T02:20:20.2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11" Type="http://schemas.microsoft.com/office/2015/10/relationships/revisionInfo" Target="revisionInfo.xml"/><Relationship Id="rId5" Type="http://schemas.openxmlformats.org/officeDocument/2006/relationships/viewProps" Target="viewProps.xml"/><Relationship Id="rId10" Type="http://schemas.microsoft.com/office/2016/11/relationships/changesInfo" Target="changesInfos/changesInfo1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modSld">
      <pc:chgData name="musukie52@gmail.com" userId="017bd91f96aa8751" providerId="LiveId" clId="{5B2C3894-F97E-4CAB-8812-5BB4D83AAC6A}" dt="2026-03-30T02:21:16.645" v="429" actId="22"/>
      <pc:docMkLst>
        <pc:docMk/>
      </pc:docMkLst>
      <pc:sldChg chg="addSp delSp modSp mod setBg">
        <pc:chgData name="musukie52@gmail.com" userId="017bd91f96aa8751" providerId="LiveId" clId="{5B2C3894-F97E-4CAB-8812-5BB4D83AAC6A}" dt="2026-03-30T01:55:19.062" v="169" actId="2085"/>
        <pc:sldMkLst>
          <pc:docMk/>
          <pc:sldMk cId="2334041143" sldId="257"/>
        </pc:sldMkLst>
        <pc:spChg chg="add 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2" creationId="{343F3A70-89A0-C5C5-7107-AB9C8A3A4728}"/>
          </ac:spMkLst>
        </pc:spChg>
        <pc:spChg chg="add del mod">
          <ac:chgData name="musukie52@gmail.com" userId="017bd91f96aa8751" providerId="LiveId" clId="{5B2C3894-F97E-4CAB-8812-5BB4D83AAC6A}" dt="2026-03-30T01:27:29.582" v="62" actId="478"/>
          <ac:spMkLst>
            <pc:docMk/>
            <pc:sldMk cId="2334041143" sldId="257"/>
            <ac:spMk id="3" creationId="{50A00D17-7F9C-2C1E-9C42-2B7E6257356A}"/>
          </ac:spMkLst>
        </pc:spChg>
        <pc:spChg chg="mod">
          <ac:chgData name="musukie52@gmail.com" userId="017bd91f96aa8751" providerId="LiveId" clId="{5B2C3894-F97E-4CAB-8812-5BB4D83AAC6A}" dt="2026-03-30T01:54:25.661" v="164" actId="207"/>
          <ac:spMkLst>
            <pc:docMk/>
            <pc:sldMk cId="2334041143" sldId="257"/>
            <ac:spMk id="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3-30T01:55:19.062" v="169" actId="2085"/>
          <ac:spMkLst>
            <pc:docMk/>
            <pc:sldMk cId="2334041143" sldId="257"/>
            <ac:spMk id="5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6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3-30T01:20:22.607" v="18" actId="478"/>
          <ac:spMkLst>
            <pc:docMk/>
            <pc:sldMk cId="2334041143" sldId="257"/>
            <ac:spMk id="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3-30T01:39:58.497" v="108" actId="20577"/>
          <ac:spMkLst>
            <pc:docMk/>
            <pc:sldMk cId="2334041143" sldId="257"/>
            <ac:spMk id="8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40:14.059" v="121"/>
          <ac:spMkLst>
            <pc:docMk/>
            <pc:sldMk cId="2334041143" sldId="257"/>
            <ac:spMk id="9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11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40:22.437" v="134" actId="14100"/>
          <ac:spMkLst>
            <pc:docMk/>
            <pc:sldMk cId="2334041143" sldId="257"/>
            <ac:spMk id="1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3-30T01:21:07.498" v="25" actId="207"/>
          <ac:spMkLst>
            <pc:docMk/>
            <pc:sldMk cId="2334041143" sldId="257"/>
            <ac:spMk id="1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3-30T01:21:07.498" v="25" actId="207"/>
          <ac:spMkLst>
            <pc:docMk/>
            <pc:sldMk cId="2334041143" sldId="257"/>
            <ac:spMk id="14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15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41:07.776" v="139" actId="20577"/>
          <ac:spMkLst>
            <pc:docMk/>
            <pc:sldMk cId="2334041143" sldId="257"/>
            <ac:spMk id="16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18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20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21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3-30T01:26:02.806" v="38" actId="478"/>
          <ac:spMkLst>
            <pc:docMk/>
            <pc:sldMk cId="2334041143" sldId="257"/>
            <ac:spMk id="22" creationId="{98339D06-E0F2-2205-960B-A2621009D7D8}"/>
          </ac:spMkLst>
        </pc:spChg>
        <pc:spChg chg="add del mod">
          <ac:chgData name="musukie52@gmail.com" userId="017bd91f96aa8751" providerId="LiveId" clId="{5B2C3894-F97E-4CAB-8812-5BB4D83AAC6A}" dt="2026-03-30T01:26:03.256" v="39" actId="478"/>
          <ac:spMkLst>
            <pc:docMk/>
            <pc:sldMk cId="2334041143" sldId="257"/>
            <ac:spMk id="23" creationId="{C9A870D7-E401-4343-0AC0-08C4FC013504}"/>
          </ac:spMkLst>
        </pc:spChg>
        <pc:spChg chg="add del mod">
          <ac:chgData name="musukie52@gmail.com" userId="017bd91f96aa8751" providerId="LiveId" clId="{5B2C3894-F97E-4CAB-8812-5BB4D83AAC6A}" dt="2026-03-30T01:26:03.793" v="40" actId="478"/>
          <ac:spMkLst>
            <pc:docMk/>
            <pc:sldMk cId="2334041143" sldId="257"/>
            <ac:spMk id="24" creationId="{190598F3-116A-F31F-86CD-ACAA4DC793AF}"/>
          </ac:spMkLst>
        </pc:spChg>
        <pc:spChg chg="add del mod">
          <ac:chgData name="musukie52@gmail.com" userId="017bd91f96aa8751" providerId="LiveId" clId="{5B2C3894-F97E-4CAB-8812-5BB4D83AAC6A}" dt="2026-03-30T01:27:28.975" v="61" actId="478"/>
          <ac:spMkLst>
            <pc:docMk/>
            <pc:sldMk cId="2334041143" sldId="257"/>
            <ac:spMk id="25" creationId="{E780C323-B81F-26BD-8DFC-85DA3C0C9A22}"/>
          </ac:spMkLst>
        </pc:spChg>
        <pc:spChg chg="add del mod">
          <ac:chgData name="musukie52@gmail.com" userId="017bd91f96aa8751" providerId="LiveId" clId="{5B2C3894-F97E-4CAB-8812-5BB4D83AAC6A}" dt="2026-03-30T01:27:28.358" v="60" actId="478"/>
          <ac:spMkLst>
            <pc:docMk/>
            <pc:sldMk cId="2334041143" sldId="257"/>
            <ac:spMk id="26" creationId="{98D2D97A-5CF3-A8E8-21A5-56B4C2937060}"/>
          </ac:spMkLst>
        </pc:spChg>
        <pc:spChg chg="add del mod">
          <ac:chgData name="musukie52@gmail.com" userId="017bd91f96aa8751" providerId="LiveId" clId="{5B2C3894-F97E-4CAB-8812-5BB4D83AAC6A}" dt="2026-03-30T01:27:27.897" v="59" actId="478"/>
          <ac:spMkLst>
            <pc:docMk/>
            <pc:sldMk cId="2334041143" sldId="257"/>
            <ac:spMk id="27" creationId="{8BC47970-913A-F821-B674-191C6B98ADD2}"/>
          </ac:spMkLst>
        </pc:spChg>
        <pc:spChg chg="add del mod">
          <ac:chgData name="musukie52@gmail.com" userId="017bd91f96aa8751" providerId="LiveId" clId="{5B2C3894-F97E-4CAB-8812-5BB4D83AAC6A}" dt="2026-03-30T01:27:27.223" v="58" actId="478"/>
          <ac:spMkLst>
            <pc:docMk/>
            <pc:sldMk cId="2334041143" sldId="257"/>
            <ac:spMk id="28" creationId="{A69413CE-3F21-8A86-5B97-5F896758CD74}"/>
          </ac:spMkLst>
        </pc:spChg>
        <pc:spChg chg="add mod">
          <ac:chgData name="musukie52@gmail.com" userId="017bd91f96aa8751" providerId="LiveId" clId="{5B2C3894-F97E-4CAB-8812-5BB4D83AAC6A}" dt="2026-03-30T01:30:26.061" v="94" actId="207"/>
          <ac:spMkLst>
            <pc:docMk/>
            <pc:sldMk cId="2334041143" sldId="257"/>
            <ac:spMk id="33" creationId="{7B91612B-9C7D-5F5D-0C10-A35D76ECBA08}"/>
          </ac:spMkLst>
        </pc:spChg>
        <pc:spChg chg="add mod">
          <ac:chgData name="musukie52@gmail.com" userId="017bd91f96aa8751" providerId="LiveId" clId="{5B2C3894-F97E-4CAB-8812-5BB4D83AAC6A}" dt="2026-03-30T01:30:34.826" v="98" actId="207"/>
          <ac:spMkLst>
            <pc:docMk/>
            <pc:sldMk cId="2334041143" sldId="257"/>
            <ac:spMk id="34" creationId="{D23BE304-E2D6-7E6A-9CD7-3D5492D1E2B6}"/>
          </ac:spMkLst>
        </pc:spChg>
        <pc:spChg chg="add mod">
          <ac:chgData name="musukie52@gmail.com" userId="017bd91f96aa8751" providerId="LiveId" clId="{5B2C3894-F97E-4CAB-8812-5BB4D83AAC6A}" dt="2026-03-30T01:30:40.534" v="100" actId="207"/>
          <ac:spMkLst>
            <pc:docMk/>
            <pc:sldMk cId="2334041143" sldId="257"/>
            <ac:spMk id="35" creationId="{6BD6E198-2DC6-69E8-6766-25F9CE7270D2}"/>
          </ac:spMkLst>
        </pc:spChg>
        <pc:spChg chg="add mod">
          <ac:chgData name="musukie52@gmail.com" userId="017bd91f96aa8751" providerId="LiveId" clId="{5B2C3894-F97E-4CAB-8812-5BB4D83AAC6A}" dt="2026-03-30T01:30:44.854" v="102" actId="207"/>
          <ac:spMkLst>
            <pc:docMk/>
            <pc:sldMk cId="2334041143" sldId="257"/>
            <ac:spMk id="36" creationId="{22199777-3284-B6B3-AF16-A076073C3331}"/>
          </ac:spMkLst>
        </pc:spChg>
        <pc:spChg chg="add mod">
          <ac:chgData name="musukie52@gmail.com" userId="017bd91f96aa8751" providerId="LiveId" clId="{5B2C3894-F97E-4CAB-8812-5BB4D83AAC6A}" dt="2026-03-30T01:30:48.207" v="104" actId="207"/>
          <ac:spMkLst>
            <pc:docMk/>
            <pc:sldMk cId="2334041143" sldId="257"/>
            <ac:spMk id="37" creationId="{AFB9FC9D-29A8-DD23-48AB-6CF067B63D08}"/>
          </ac:spMkLst>
        </pc:spChg>
        <pc:spChg chg="add mod">
          <ac:chgData name="musukie52@gmail.com" userId="017bd91f96aa8751" providerId="LiveId" clId="{5B2C3894-F97E-4CAB-8812-5BB4D83AAC6A}" dt="2026-03-30T01:53:42.772" v="162" actId="20577"/>
          <ac:spMkLst>
            <pc:docMk/>
            <pc:sldMk cId="2334041143" sldId="257"/>
            <ac:spMk id="38" creationId="{4A4014F0-BAF8-8A49-0B9A-48833BDB1F43}"/>
          </ac:spMkLst>
        </pc:spChg>
        <pc:cxnChg chg="add del mod">
          <ac:chgData name="musukie52@gmail.com" userId="017bd91f96aa8751" providerId="LiveId" clId="{5B2C3894-F97E-4CAB-8812-5BB4D83AAC6A}" dt="2026-03-30T01:28:59.397" v="74" actId="478"/>
          <ac:cxnSpMkLst>
            <pc:docMk/>
            <pc:sldMk cId="2334041143" sldId="257"/>
            <ac:cxnSpMk id="30" creationId="{4D2EA3D9-ED12-4B11-B906-0996B37732E5}"/>
          </ac:cxnSpMkLst>
        </pc:cxnChg>
      </pc:sldChg>
      <pc:sldChg chg="addSp delSp modSp add mod setBg">
        <pc:chgData name="musukie52@gmail.com" userId="017bd91f96aa8751" providerId="LiveId" clId="{5B2C3894-F97E-4CAB-8812-5BB4D83AAC6A}" dt="2026-03-30T02:20:41.255" v="423" actId="20577"/>
        <pc:sldMkLst>
          <pc:docMk/>
          <pc:sldMk cId="4091973683" sldId="258"/>
        </pc:sldMkLst>
        <pc:spChg chg="add mod">
          <ac:chgData name="musukie52@gmail.com" userId="017bd91f96aa8751" providerId="LiveId" clId="{5B2C3894-F97E-4CAB-8812-5BB4D83AAC6A}" dt="2026-03-30T01:57:17.390" v="198" actId="1037"/>
          <ac:spMkLst>
            <pc:docMk/>
            <pc:sldMk cId="4091973683" sldId="258"/>
            <ac:spMk id="3" creationId="{96111037-67EC-63EE-A67F-AA1E7C0911D9}"/>
          </ac:spMkLst>
        </pc:spChg>
        <pc:spChg chg="mod">
          <ac:chgData name="musukie52@gmail.com" userId="017bd91f96aa8751" providerId="LiveId" clId="{5B2C3894-F97E-4CAB-8812-5BB4D83AAC6A}" dt="2026-03-30T01:56:43.608" v="181" actId="14100"/>
          <ac:spMkLst>
            <pc:docMk/>
            <pc:sldMk cId="4091973683" sldId="258"/>
            <ac:spMk id="4" creationId="{6BF04A61-4923-4C58-BA1E-50FED9DA6032}"/>
          </ac:spMkLst>
        </pc:spChg>
        <pc:spChg chg="mod ord">
          <ac:chgData name="musukie52@gmail.com" userId="017bd91f96aa8751" providerId="LiveId" clId="{5B2C3894-F97E-4CAB-8812-5BB4D83AAC6A}" dt="2026-03-30T02:13:55.937" v="283" actId="207"/>
          <ac:spMkLst>
            <pc:docMk/>
            <pc:sldMk cId="4091973683" sldId="258"/>
            <ac:spMk id="5" creationId="{E78D7B35-FFB4-AE3D-4059-8B5F3B129B29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6" creationId="{D3FD614B-B3D1-2799-2581-7E19812A71DD}"/>
          </ac:spMkLst>
        </pc:spChg>
        <pc:spChg chg="add mod">
          <ac:chgData name="musukie52@gmail.com" userId="017bd91f96aa8751" providerId="LiveId" clId="{5B2C3894-F97E-4CAB-8812-5BB4D83AAC6A}" dt="2026-03-30T01:57:35.744" v="201" actId="1076"/>
          <ac:spMkLst>
            <pc:docMk/>
            <pc:sldMk cId="4091973683" sldId="258"/>
            <ac:spMk id="7" creationId="{D64E15A3-EAED-CE12-FABD-B9C8CCC0C0F5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8" creationId="{BDC7C307-FB88-038B-F00C-AF4F7C6E0E27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9" creationId="{E413EA34-D317-596F-C3ED-0C7FE2696060}"/>
          </ac:spMkLst>
        </pc:spChg>
        <pc:spChg chg="mod ord">
          <ac:chgData name="musukie52@gmail.com" userId="017bd91f96aa8751" providerId="LiveId" clId="{5B2C3894-F97E-4CAB-8812-5BB4D83AAC6A}" dt="2026-03-30T02:18:23.219" v="312" actId="20577"/>
          <ac:spMkLst>
            <pc:docMk/>
            <pc:sldMk cId="4091973683" sldId="258"/>
            <ac:spMk id="10" creationId="{62BFBB14-C716-834C-6AD0-F0E2287E355A}"/>
          </ac:spMkLst>
        </pc:spChg>
        <pc:spChg chg="del ord">
          <ac:chgData name="musukie52@gmail.com" userId="017bd91f96aa8751" providerId="LiveId" clId="{5B2C3894-F97E-4CAB-8812-5BB4D83AAC6A}" dt="2026-03-30T02:10:06.306" v="258" actId="478"/>
          <ac:spMkLst>
            <pc:docMk/>
            <pc:sldMk cId="4091973683" sldId="258"/>
            <ac:spMk id="11" creationId="{F94B4076-1B67-5045-86AB-CD7350AA1560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14" creationId="{26BE3C65-3436-8099-22CC-BD47487B38E6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16" creationId="{F5F303D5-2F6F-1585-A736-4F94BC3CC874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18" creationId="{F8B62E21-B0C9-CE94-7A9A-07D8D4C68B8E}"/>
          </ac:spMkLst>
        </pc:spChg>
        <pc:spChg chg="del">
          <ac:chgData name="musukie52@gmail.com" userId="017bd91f96aa8751" providerId="LiveId" clId="{5B2C3894-F97E-4CAB-8812-5BB4D83AAC6A}" dt="2026-03-30T02:19:21.266" v="353" actId="478"/>
          <ac:spMkLst>
            <pc:docMk/>
            <pc:sldMk cId="4091973683" sldId="258"/>
            <ac:spMk id="19" creationId="{5C59755A-FE78-8634-7A4D-88039FA0FCC9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20" creationId="{AE514579-EFB6-D419-82FA-AF51F61CAE56}"/>
          </ac:spMkLst>
        </pc:spChg>
        <pc:spChg chg="del">
          <ac:chgData name="musukie52@gmail.com" userId="017bd91f96aa8751" providerId="LiveId" clId="{5B2C3894-F97E-4CAB-8812-5BB4D83AAC6A}" dt="2026-03-30T01:59:35.687" v="215" actId="478"/>
          <ac:spMkLst>
            <pc:docMk/>
            <pc:sldMk cId="4091973683" sldId="258"/>
            <ac:spMk id="21" creationId="{39B6332B-0BF6-7504-A901-6F9D3FF6A4E9}"/>
          </ac:spMkLst>
        </pc:spChg>
        <pc:spChg chg="add mod">
          <ac:chgData name="musukie52@gmail.com" userId="017bd91f96aa8751" providerId="LiveId" clId="{5B2C3894-F97E-4CAB-8812-5BB4D83AAC6A}" dt="2026-03-30T01:57:50.669" v="204" actId="1076"/>
          <ac:spMkLst>
            <pc:docMk/>
            <pc:sldMk cId="4091973683" sldId="258"/>
            <ac:spMk id="22" creationId="{7B2E6166-D437-EDF9-79CD-F9ABC98681E7}"/>
          </ac:spMkLst>
        </pc:spChg>
        <pc:spChg chg="add mod">
          <ac:chgData name="musukie52@gmail.com" userId="017bd91f96aa8751" providerId="LiveId" clId="{5B2C3894-F97E-4CAB-8812-5BB4D83AAC6A}" dt="2026-03-30T01:58:04.455" v="207" actId="14100"/>
          <ac:spMkLst>
            <pc:docMk/>
            <pc:sldMk cId="4091973683" sldId="258"/>
            <ac:spMk id="23" creationId="{B368189A-2355-D5A5-2EC1-AAC4C80DC5B2}"/>
          </ac:spMkLst>
        </pc:spChg>
        <pc:spChg chg="add mod">
          <ac:chgData name="musukie52@gmail.com" userId="017bd91f96aa8751" providerId="LiveId" clId="{5B2C3894-F97E-4CAB-8812-5BB4D83AAC6A}" dt="2026-03-30T01:58:17.098" v="210" actId="14100"/>
          <ac:spMkLst>
            <pc:docMk/>
            <pc:sldMk cId="4091973683" sldId="258"/>
            <ac:spMk id="24" creationId="{97168B62-7E91-318B-24CE-AB1BC3B02533}"/>
          </ac:spMkLst>
        </pc:spChg>
        <pc:spChg chg="add mod">
          <ac:chgData name="musukie52@gmail.com" userId="017bd91f96aa8751" providerId="LiveId" clId="{5B2C3894-F97E-4CAB-8812-5BB4D83AAC6A}" dt="2026-03-30T02:00:01.777" v="257" actId="20577"/>
          <ac:spMkLst>
            <pc:docMk/>
            <pc:sldMk cId="4091973683" sldId="258"/>
            <ac:spMk id="25" creationId="{4F69904C-EC4D-C12D-19BD-EB2390B91B9C}"/>
          </ac:spMkLst>
        </pc:spChg>
        <pc:spChg chg="add mod">
          <ac:chgData name="musukie52@gmail.com" userId="017bd91f96aa8751" providerId="LiveId" clId="{5B2C3894-F97E-4CAB-8812-5BB4D83AAC6A}" dt="2026-03-30T02:10:41.977" v="280" actId="20577"/>
          <ac:spMkLst>
            <pc:docMk/>
            <pc:sldMk cId="4091973683" sldId="258"/>
            <ac:spMk id="26" creationId="{FD3CE820-3ACC-CAD9-7460-F158E59EE393}"/>
          </ac:spMkLst>
        </pc:spChg>
        <pc:spChg chg="add mod">
          <ac:chgData name="musukie52@gmail.com" userId="017bd91f96aa8751" providerId="LiveId" clId="{5B2C3894-F97E-4CAB-8812-5BB4D83AAC6A}" dt="2026-03-30T02:19:09.760" v="352" actId="1076"/>
          <ac:spMkLst>
            <pc:docMk/>
            <pc:sldMk cId="4091973683" sldId="258"/>
            <ac:spMk id="27" creationId="{0A393C18-E6DB-CEE8-AC60-F383BCB35996}"/>
          </ac:spMkLst>
        </pc:spChg>
        <pc:spChg chg="add mod">
          <ac:chgData name="musukie52@gmail.com" userId="017bd91f96aa8751" providerId="LiveId" clId="{5B2C3894-F97E-4CAB-8812-5BB4D83AAC6A}" dt="2026-03-30T02:20:20.253" v="383" actId="20577"/>
          <ac:spMkLst>
            <pc:docMk/>
            <pc:sldMk cId="4091973683" sldId="258"/>
            <ac:spMk id="28" creationId="{C3EFCE05-692B-69A3-A2AF-1D2591CD36DA}"/>
          </ac:spMkLst>
        </pc:spChg>
        <pc:spChg chg="add mod">
          <ac:chgData name="musukie52@gmail.com" userId="017bd91f96aa8751" providerId="LiveId" clId="{5B2C3894-F97E-4CAB-8812-5BB4D83AAC6A}" dt="2026-03-30T02:20:41.255" v="423" actId="20577"/>
          <ac:spMkLst>
            <pc:docMk/>
            <pc:sldMk cId="4091973683" sldId="258"/>
            <ac:spMk id="29" creationId="{6ACADD41-7720-83F3-AEEC-14895C32BE4B}"/>
          </ac:spMkLst>
        </pc:spChg>
        <pc:spChg chg="del">
          <ac:chgData name="musukie52@gmail.com" userId="017bd91f96aa8751" providerId="LiveId" clId="{5B2C3894-F97E-4CAB-8812-5BB4D83AAC6A}" dt="2026-03-30T01:55:54.375" v="177" actId="478"/>
          <ac:spMkLst>
            <pc:docMk/>
            <pc:sldMk cId="4091973683" sldId="258"/>
            <ac:spMk id="33" creationId="{766406AA-BF1A-F69C-3FB3-B092A283DD44}"/>
          </ac:spMkLst>
        </pc:spChg>
        <pc:spChg chg="del">
          <ac:chgData name="musukie52@gmail.com" userId="017bd91f96aa8751" providerId="LiveId" clId="{5B2C3894-F97E-4CAB-8812-5BB4D83AAC6A}" dt="2026-03-30T01:55:52.613" v="176" actId="478"/>
          <ac:spMkLst>
            <pc:docMk/>
            <pc:sldMk cId="4091973683" sldId="258"/>
            <ac:spMk id="34" creationId="{499F7333-F174-6456-AF12-09A75590C99D}"/>
          </ac:spMkLst>
        </pc:spChg>
        <pc:spChg chg="del">
          <ac:chgData name="musukie52@gmail.com" userId="017bd91f96aa8751" providerId="LiveId" clId="{5B2C3894-F97E-4CAB-8812-5BB4D83AAC6A}" dt="2026-03-30T01:55:51.788" v="175" actId="478"/>
          <ac:spMkLst>
            <pc:docMk/>
            <pc:sldMk cId="4091973683" sldId="258"/>
            <ac:spMk id="35" creationId="{54C3C0D3-CB36-96C1-C639-481AA3A25125}"/>
          </ac:spMkLst>
        </pc:spChg>
        <pc:spChg chg="del">
          <ac:chgData name="musukie52@gmail.com" userId="017bd91f96aa8751" providerId="LiveId" clId="{5B2C3894-F97E-4CAB-8812-5BB4D83AAC6A}" dt="2026-03-30T01:55:50.641" v="174" actId="478"/>
          <ac:spMkLst>
            <pc:docMk/>
            <pc:sldMk cId="4091973683" sldId="258"/>
            <ac:spMk id="36" creationId="{C4181032-F4F6-1605-FA97-CCE7F60C1EBF}"/>
          </ac:spMkLst>
        </pc:spChg>
        <pc:spChg chg="del">
          <ac:chgData name="musukie52@gmail.com" userId="017bd91f96aa8751" providerId="LiveId" clId="{5B2C3894-F97E-4CAB-8812-5BB4D83AAC6A}" dt="2026-03-30T01:55:49.961" v="173" actId="478"/>
          <ac:spMkLst>
            <pc:docMk/>
            <pc:sldMk cId="4091973683" sldId="258"/>
            <ac:spMk id="37" creationId="{10CB756F-ADF5-01AD-5D23-A72820AE19A4}"/>
          </ac:spMkLst>
        </pc:spChg>
      </pc:sldChg>
      <pc:sldChg chg="addSp new mod">
        <pc:chgData name="musukie52@gmail.com" userId="017bd91f96aa8751" providerId="LiveId" clId="{5B2C3894-F97E-4CAB-8812-5BB4D83AAC6A}" dt="2026-03-30T02:20:51.827" v="425" actId="22"/>
        <pc:sldMkLst>
          <pc:docMk/>
          <pc:sldMk cId="3102480730" sldId="259"/>
        </pc:sldMkLst>
        <pc:picChg chg="add">
          <ac:chgData name="musukie52@gmail.com" userId="017bd91f96aa8751" providerId="LiveId" clId="{5B2C3894-F97E-4CAB-8812-5BB4D83AAC6A}" dt="2026-03-30T02:20:51.827" v="425" actId="22"/>
          <ac:picMkLst>
            <pc:docMk/>
            <pc:sldMk cId="3102480730" sldId="259"/>
            <ac:picMk id="5" creationId="{9BB5BBA8-1E41-8F9A-A1F1-A6F0D5787EC6}"/>
          </ac:picMkLst>
        </pc:picChg>
      </pc:sldChg>
      <pc:sldChg chg="addSp new mod">
        <pc:chgData name="musukie52@gmail.com" userId="017bd91f96aa8751" providerId="LiveId" clId="{5B2C3894-F97E-4CAB-8812-5BB4D83AAC6A}" dt="2026-03-30T02:21:04.926" v="427" actId="22"/>
        <pc:sldMkLst>
          <pc:docMk/>
          <pc:sldMk cId="1706705401" sldId="260"/>
        </pc:sldMkLst>
        <pc:picChg chg="add">
          <ac:chgData name="musukie52@gmail.com" userId="017bd91f96aa8751" providerId="LiveId" clId="{5B2C3894-F97E-4CAB-8812-5BB4D83AAC6A}" dt="2026-03-30T02:21:04.926" v="427" actId="22"/>
          <ac:picMkLst>
            <pc:docMk/>
            <pc:sldMk cId="1706705401" sldId="260"/>
            <ac:picMk id="5" creationId="{72F39C75-ACE8-C326-62EB-678B363BC616}"/>
          </ac:picMkLst>
        </pc:picChg>
      </pc:sldChg>
      <pc:sldChg chg="addSp new mod">
        <pc:chgData name="musukie52@gmail.com" userId="017bd91f96aa8751" providerId="LiveId" clId="{5B2C3894-F97E-4CAB-8812-5BB4D83AAC6A}" dt="2026-03-30T02:21:16.645" v="429" actId="22"/>
        <pc:sldMkLst>
          <pc:docMk/>
          <pc:sldMk cId="1028470326" sldId="261"/>
        </pc:sldMkLst>
        <pc:picChg chg="add">
          <ac:chgData name="musukie52@gmail.com" userId="017bd91f96aa8751" providerId="LiveId" clId="{5B2C3894-F97E-4CAB-8812-5BB4D83AAC6A}" dt="2026-03-30T02:21:16.645" v="429" actId="22"/>
          <ac:picMkLst>
            <pc:docMk/>
            <pc:sldMk cId="1028470326" sldId="261"/>
            <ac:picMk id="5" creationId="{72FEF2FE-BCAC-46EA-34FB-C2003C6A819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232D13-99AA-4636-90AA-800F69AD8C37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78B48B-5F30-4934-9677-39BE819839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6788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78B48B-5F30-4934-9677-39BE819839D0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199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484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133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823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073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6986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150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65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6480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8951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5780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4443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90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444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D1DA44-CC47-6EB3-35D0-DB823C812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이등변 삼각형 3">
            <a:extLst>
              <a:ext uri="{FF2B5EF4-FFF2-40B4-BE49-F238E27FC236}">
                <a16:creationId xmlns:a16="http://schemas.microsoft.com/office/drawing/2014/main" id="{6BF04A61-4923-4C58-BA1E-50FED9DA6032}"/>
              </a:ext>
            </a:extLst>
          </p:cNvPr>
          <p:cNvSpPr/>
          <p:nvPr/>
        </p:nvSpPr>
        <p:spPr>
          <a:xfrm>
            <a:off x="-1" y="411480"/>
            <a:ext cx="12191999" cy="6446520"/>
          </a:xfrm>
          <a:prstGeom prst="triangle">
            <a:avLst>
              <a:gd name="adj" fmla="val 100000"/>
            </a:avLst>
          </a:prstGeom>
          <a:solidFill>
            <a:srgbClr val="669E4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6111037-67EC-63EE-A67F-AA1E7C0911D9}"/>
              </a:ext>
            </a:extLst>
          </p:cNvPr>
          <p:cNvSpPr/>
          <p:nvPr/>
        </p:nvSpPr>
        <p:spPr>
          <a:xfrm>
            <a:off x="-436" y="1"/>
            <a:ext cx="2448000" cy="6857999"/>
          </a:xfrm>
          <a:prstGeom prst="rect">
            <a:avLst/>
          </a:prstGeom>
          <a:solidFill>
            <a:srgbClr val="4B4443">
              <a:alpha val="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64E15A3-EAED-CE12-FABD-B9C8CCC0C0F5}"/>
              </a:ext>
            </a:extLst>
          </p:cNvPr>
          <p:cNvSpPr/>
          <p:nvPr/>
        </p:nvSpPr>
        <p:spPr>
          <a:xfrm>
            <a:off x="2442868" y="1"/>
            <a:ext cx="2448000" cy="6857999"/>
          </a:xfrm>
          <a:prstGeom prst="rect">
            <a:avLst/>
          </a:prstGeom>
          <a:solidFill>
            <a:srgbClr val="4B4443">
              <a:alpha val="2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B2E6166-D437-EDF9-79CD-F9ABC98681E7}"/>
              </a:ext>
            </a:extLst>
          </p:cNvPr>
          <p:cNvSpPr/>
          <p:nvPr/>
        </p:nvSpPr>
        <p:spPr>
          <a:xfrm>
            <a:off x="4885736" y="1"/>
            <a:ext cx="2448000" cy="6857999"/>
          </a:xfrm>
          <a:prstGeom prst="rect">
            <a:avLst/>
          </a:prstGeom>
          <a:solidFill>
            <a:srgbClr val="4B4443">
              <a:alpha val="4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368189A-2355-D5A5-2EC1-AAC4C80DC5B2}"/>
              </a:ext>
            </a:extLst>
          </p:cNvPr>
          <p:cNvSpPr/>
          <p:nvPr/>
        </p:nvSpPr>
        <p:spPr>
          <a:xfrm>
            <a:off x="7329040" y="-1"/>
            <a:ext cx="2448000" cy="6857999"/>
          </a:xfrm>
          <a:prstGeom prst="rect">
            <a:avLst/>
          </a:prstGeom>
          <a:solidFill>
            <a:srgbClr val="4B4443">
              <a:alpha val="6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7168B62-7E91-318B-24CE-AB1BC3B02533}"/>
              </a:ext>
            </a:extLst>
          </p:cNvPr>
          <p:cNvSpPr/>
          <p:nvPr/>
        </p:nvSpPr>
        <p:spPr>
          <a:xfrm>
            <a:off x="9777918" y="-3"/>
            <a:ext cx="2448000" cy="6857999"/>
          </a:xfrm>
          <a:prstGeom prst="rect">
            <a:avLst/>
          </a:prstGeom>
          <a:solidFill>
            <a:srgbClr val="4B4443">
              <a:alpha val="8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이등변 삼각형 4">
            <a:extLst>
              <a:ext uri="{FF2B5EF4-FFF2-40B4-BE49-F238E27FC236}">
                <a16:creationId xmlns:a16="http://schemas.microsoft.com/office/drawing/2014/main" id="{E78D7B35-FFB4-AE3D-4059-8B5F3B129B29}"/>
              </a:ext>
            </a:extLst>
          </p:cNvPr>
          <p:cNvSpPr/>
          <p:nvPr/>
        </p:nvSpPr>
        <p:spPr>
          <a:xfrm flipH="1" flipV="1">
            <a:off x="5976" y="5976"/>
            <a:ext cx="12192000" cy="6447600"/>
          </a:xfrm>
          <a:prstGeom prst="triangle">
            <a:avLst>
              <a:gd name="adj" fmla="val 100000"/>
            </a:avLst>
          </a:prstGeom>
          <a:solidFill>
            <a:srgbClr val="352F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3FD614B-B3D1-2799-2581-7E19812A71DD}"/>
              </a:ext>
            </a:extLst>
          </p:cNvPr>
          <p:cNvSpPr/>
          <p:nvPr/>
        </p:nvSpPr>
        <p:spPr>
          <a:xfrm>
            <a:off x="2571723" y="1031909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쓰레기 줍기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DC7C307-FB88-038B-F00C-AF4F7C6E0E27}"/>
              </a:ext>
            </a:extLst>
          </p:cNvPr>
          <p:cNvSpPr/>
          <p:nvPr/>
        </p:nvSpPr>
        <p:spPr>
          <a:xfrm>
            <a:off x="3867023" y="476360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첫 번째 균열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413EA34-D317-596F-C3ED-0C7FE2696060}"/>
              </a:ext>
            </a:extLst>
          </p:cNvPr>
          <p:cNvSpPr/>
          <p:nvPr/>
        </p:nvSpPr>
        <p:spPr>
          <a:xfrm>
            <a:off x="6072360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지수 측정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BFBB14-C716-834C-6AD0-F0E2287E355A}"/>
              </a:ext>
            </a:extLst>
          </p:cNvPr>
          <p:cNvSpPr/>
          <p:nvPr/>
        </p:nvSpPr>
        <p:spPr>
          <a:xfrm>
            <a:off x="1783779" y="333102"/>
            <a:ext cx="136148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가정 환경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A5A3AF7-5731-8BDD-2C11-8F2E1CB81D7E}"/>
              </a:ext>
            </a:extLst>
          </p:cNvPr>
          <p:cNvSpPr/>
          <p:nvPr/>
        </p:nvSpPr>
        <p:spPr>
          <a:xfrm>
            <a:off x="7467767" y="610155"/>
            <a:ext cx="1702601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주인공 선의 지수 공개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7498CD9-1DA7-81E1-FB4A-82A557A89F58}"/>
              </a:ext>
            </a:extLst>
          </p:cNvPr>
          <p:cNvSpPr/>
          <p:nvPr/>
        </p:nvSpPr>
        <p:spPr>
          <a:xfrm>
            <a:off x="3230806" y="1582033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칭찬 중독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6BE3C65-3436-8099-22CC-BD47487B38E6}"/>
              </a:ext>
            </a:extLst>
          </p:cNvPr>
          <p:cNvSpPr/>
          <p:nvPr/>
        </p:nvSpPr>
        <p:spPr>
          <a:xfrm>
            <a:off x="2734743" y="2894462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친구의 죽음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19433AB-929B-1C3E-CB2E-88B9EC80CB59}"/>
              </a:ext>
            </a:extLst>
          </p:cNvPr>
          <p:cNvSpPr/>
          <p:nvPr/>
        </p:nvSpPr>
        <p:spPr>
          <a:xfrm>
            <a:off x="5458488" y="2370604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</a:t>
            </a:r>
            <a:r>
              <a:rPr lang="ko-KR" altLang="en-US" sz="1000" dirty="0" err="1">
                <a:solidFill>
                  <a:schemeClr val="bg1"/>
                </a:solidFill>
              </a:rPr>
              <a:t>고갈자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5F303D5-2F6F-1585-A736-4F94BC3CC874}"/>
              </a:ext>
            </a:extLst>
          </p:cNvPr>
          <p:cNvSpPr/>
          <p:nvPr/>
        </p:nvSpPr>
        <p:spPr>
          <a:xfrm>
            <a:off x="2421060" y="2355001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첫 붕괴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097B9AA-4B38-F750-705B-E419957719F2}"/>
              </a:ext>
            </a:extLst>
          </p:cNvPr>
          <p:cNvSpPr/>
          <p:nvPr/>
        </p:nvSpPr>
        <p:spPr>
          <a:xfrm>
            <a:off x="4182257" y="2879243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강제 징집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8B62E21-B0C9-CE94-7A9A-07D8D4C68B8E}"/>
              </a:ext>
            </a:extLst>
          </p:cNvPr>
          <p:cNvSpPr/>
          <p:nvPr/>
        </p:nvSpPr>
        <p:spPr>
          <a:xfrm>
            <a:off x="4253689" y="197080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동생의 한마디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514579-EFB6-D419-82FA-AF51F61CAE56}"/>
              </a:ext>
            </a:extLst>
          </p:cNvPr>
          <p:cNvSpPr/>
          <p:nvPr/>
        </p:nvSpPr>
        <p:spPr>
          <a:xfrm>
            <a:off x="1351212" y="3429000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마지막 선택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411E15E-7AE3-A513-B116-5F3937E8BB23}"/>
              </a:ext>
            </a:extLst>
          </p:cNvPr>
          <p:cNvSpPr/>
          <p:nvPr/>
        </p:nvSpPr>
        <p:spPr>
          <a:xfrm>
            <a:off x="4788613" y="1223582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영웅 산업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F69904C-EC4D-C12D-19BD-EB2390B91B9C}"/>
              </a:ext>
            </a:extLst>
          </p:cNvPr>
          <p:cNvSpPr/>
          <p:nvPr/>
        </p:nvSpPr>
        <p:spPr>
          <a:xfrm>
            <a:off x="842792" y="252297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정서적 피난처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D3CE820-3ACC-CAD9-7460-F158E59EE393}"/>
              </a:ext>
            </a:extLst>
          </p:cNvPr>
          <p:cNvSpPr/>
          <p:nvPr/>
        </p:nvSpPr>
        <p:spPr>
          <a:xfrm>
            <a:off x="547101" y="81589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첫 번째 거절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3EFCE05-692B-69A3-A2AF-1D2591CD36DA}"/>
              </a:ext>
            </a:extLst>
          </p:cNvPr>
          <p:cNvSpPr/>
          <p:nvPr/>
        </p:nvSpPr>
        <p:spPr>
          <a:xfrm>
            <a:off x="1204864" y="157658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구원 방법 발견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ACADD41-7720-83F3-AEEC-14895C32BE4B}"/>
              </a:ext>
            </a:extLst>
          </p:cNvPr>
          <p:cNvSpPr/>
          <p:nvPr/>
        </p:nvSpPr>
        <p:spPr>
          <a:xfrm>
            <a:off x="2713732" y="3733057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최종 선택</a:t>
            </a:r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BB431C50-A9BF-C9E4-B3D6-224F16BDF128}"/>
              </a:ext>
            </a:extLst>
          </p:cNvPr>
          <p:cNvSpPr/>
          <p:nvPr/>
        </p:nvSpPr>
        <p:spPr>
          <a:xfrm>
            <a:off x="46976" y="6310489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가정 환경</a:t>
            </a: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8EB86231-D003-28EE-0190-33A053BE2B99}"/>
              </a:ext>
            </a:extLst>
          </p:cNvPr>
          <p:cNvSpPr/>
          <p:nvPr/>
        </p:nvSpPr>
        <p:spPr>
          <a:xfrm>
            <a:off x="680724" y="5828237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쓰레기 줍기</a:t>
            </a:r>
          </a:p>
        </p:txBody>
      </p:sp>
      <p:sp>
        <p:nvSpPr>
          <p:cNvPr id="19" name="화살표: 오각형 18">
            <a:extLst>
              <a:ext uri="{FF2B5EF4-FFF2-40B4-BE49-F238E27FC236}">
                <a16:creationId xmlns:a16="http://schemas.microsoft.com/office/drawing/2014/main" id="{D994D8C9-CD09-F8AD-E4A1-51AE38A4CDCF}"/>
              </a:ext>
            </a:extLst>
          </p:cNvPr>
          <p:cNvSpPr/>
          <p:nvPr/>
        </p:nvSpPr>
        <p:spPr>
          <a:xfrm>
            <a:off x="1325608" y="6310489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첫 균열 발견</a:t>
            </a: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00C2186D-C44A-8D06-9A3A-DD9F54385827}"/>
              </a:ext>
            </a:extLst>
          </p:cNvPr>
          <p:cNvCxnSpPr>
            <a:cxnSpLocks/>
            <a:stCxn id="2" idx="0"/>
            <a:endCxn id="11" idx="1"/>
          </p:cNvCxnSpPr>
          <p:nvPr/>
        </p:nvCxnSpPr>
        <p:spPr>
          <a:xfrm rot="5400000" flipH="1" flipV="1">
            <a:off x="427322" y="6057088"/>
            <a:ext cx="333706" cy="173097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꺾임 31">
            <a:extLst>
              <a:ext uri="{FF2B5EF4-FFF2-40B4-BE49-F238E27FC236}">
                <a16:creationId xmlns:a16="http://schemas.microsoft.com/office/drawing/2014/main" id="{530348AF-1F2B-8968-32FA-97E687281648}"/>
              </a:ext>
            </a:extLst>
          </p:cNvPr>
          <p:cNvCxnSpPr>
            <a:cxnSpLocks/>
            <a:stCxn id="11" idx="3"/>
            <a:endCxn id="19" idx="0"/>
          </p:cNvCxnSpPr>
          <p:nvPr/>
        </p:nvCxnSpPr>
        <p:spPr>
          <a:xfrm>
            <a:off x="1750572" y="5976783"/>
            <a:ext cx="35687" cy="333706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B6E8F5DB-1D6C-DE7B-FBEC-3A6725D722DD}"/>
              </a:ext>
            </a:extLst>
          </p:cNvPr>
          <p:cNvCxnSpPr>
            <a:cxnSpLocks/>
            <a:stCxn id="19" idx="2"/>
            <a:endCxn id="45" idx="2"/>
          </p:cNvCxnSpPr>
          <p:nvPr/>
        </p:nvCxnSpPr>
        <p:spPr>
          <a:xfrm rot="16200000" flipH="1">
            <a:off x="2364290" y="6029550"/>
            <a:ext cx="5428" cy="1161490"/>
          </a:xfrm>
          <a:prstGeom prst="bentConnector3">
            <a:avLst>
              <a:gd name="adj1" fmla="val 2219510"/>
            </a:avLst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화살표: 오각형 44">
            <a:extLst>
              <a:ext uri="{FF2B5EF4-FFF2-40B4-BE49-F238E27FC236}">
                <a16:creationId xmlns:a16="http://schemas.microsoft.com/office/drawing/2014/main" id="{584E6426-EE9B-9BEF-2C41-48ADABE0AD85}"/>
              </a:ext>
            </a:extLst>
          </p:cNvPr>
          <p:cNvSpPr/>
          <p:nvPr/>
        </p:nvSpPr>
        <p:spPr>
          <a:xfrm>
            <a:off x="2487098" y="6315917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선의 지수 측정</a:t>
            </a:r>
          </a:p>
        </p:txBody>
      </p:sp>
      <p:sp>
        <p:nvSpPr>
          <p:cNvPr id="46" name="화살표: 오각형 45">
            <a:extLst>
              <a:ext uri="{FF2B5EF4-FFF2-40B4-BE49-F238E27FC236}">
                <a16:creationId xmlns:a16="http://schemas.microsoft.com/office/drawing/2014/main" id="{F7E60FDC-1D02-1C24-6C9F-273E29C30265}"/>
              </a:ext>
            </a:extLst>
          </p:cNvPr>
          <p:cNvSpPr/>
          <p:nvPr/>
        </p:nvSpPr>
        <p:spPr>
          <a:xfrm>
            <a:off x="3086478" y="5376492"/>
            <a:ext cx="1123360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강제 징집</a:t>
            </a:r>
          </a:p>
        </p:txBody>
      </p:sp>
      <p:sp>
        <p:nvSpPr>
          <p:cNvPr id="47" name="화살표: 오각형 46">
            <a:extLst>
              <a:ext uri="{FF2B5EF4-FFF2-40B4-BE49-F238E27FC236}">
                <a16:creationId xmlns:a16="http://schemas.microsoft.com/office/drawing/2014/main" id="{B1D09D92-4C70-7956-2027-83151D495223}"/>
              </a:ext>
            </a:extLst>
          </p:cNvPr>
          <p:cNvSpPr/>
          <p:nvPr/>
        </p:nvSpPr>
        <p:spPr>
          <a:xfrm>
            <a:off x="3783580" y="5933214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선의 </a:t>
            </a:r>
            <a:r>
              <a:rPr lang="ko-KR" altLang="en-US" sz="800" dirty="0" err="1">
                <a:solidFill>
                  <a:schemeClr val="tx1"/>
                </a:solidFill>
              </a:rPr>
              <a:t>고갈자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48" name="연결선: 꺾임 47">
            <a:extLst>
              <a:ext uri="{FF2B5EF4-FFF2-40B4-BE49-F238E27FC236}">
                <a16:creationId xmlns:a16="http://schemas.microsoft.com/office/drawing/2014/main" id="{3EA178F5-08A6-938A-EF3F-7995FC791306}"/>
              </a:ext>
            </a:extLst>
          </p:cNvPr>
          <p:cNvCxnSpPr>
            <a:cxnSpLocks/>
            <a:stCxn id="45" idx="0"/>
            <a:endCxn id="46" idx="1"/>
          </p:cNvCxnSpPr>
          <p:nvPr/>
        </p:nvCxnSpPr>
        <p:spPr>
          <a:xfrm rot="5400000" flipH="1" flipV="1">
            <a:off x="2621674" y="5851114"/>
            <a:ext cx="790879" cy="138729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연결선: 꺾임 48">
            <a:extLst>
              <a:ext uri="{FF2B5EF4-FFF2-40B4-BE49-F238E27FC236}">
                <a16:creationId xmlns:a16="http://schemas.microsoft.com/office/drawing/2014/main" id="{246CA2A6-781C-1036-2211-52C090321EB7}"/>
              </a:ext>
            </a:extLst>
          </p:cNvPr>
          <p:cNvCxnSpPr>
            <a:cxnSpLocks/>
            <a:stCxn id="46" idx="3"/>
            <a:endCxn id="47" idx="0"/>
          </p:cNvCxnSpPr>
          <p:nvPr/>
        </p:nvCxnSpPr>
        <p:spPr>
          <a:xfrm>
            <a:off x="4209838" y="5525038"/>
            <a:ext cx="34393" cy="408176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화살표: 오각형 53">
            <a:extLst>
              <a:ext uri="{FF2B5EF4-FFF2-40B4-BE49-F238E27FC236}">
                <a16:creationId xmlns:a16="http://schemas.microsoft.com/office/drawing/2014/main" id="{E0501A97-5113-FD6E-75F5-A6943C93087F}"/>
              </a:ext>
            </a:extLst>
          </p:cNvPr>
          <p:cNvSpPr/>
          <p:nvPr/>
        </p:nvSpPr>
        <p:spPr>
          <a:xfrm>
            <a:off x="5606202" y="4045486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주인공 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선의 지수 공개</a:t>
            </a:r>
          </a:p>
        </p:txBody>
      </p:sp>
      <p:sp>
        <p:nvSpPr>
          <p:cNvPr id="55" name="화살표: 오각형 54">
            <a:extLst>
              <a:ext uri="{FF2B5EF4-FFF2-40B4-BE49-F238E27FC236}">
                <a16:creationId xmlns:a16="http://schemas.microsoft.com/office/drawing/2014/main" id="{81A61468-EC7B-C897-0AC1-2A2BD6AA2750}"/>
              </a:ext>
            </a:extLst>
          </p:cNvPr>
          <p:cNvSpPr/>
          <p:nvPr/>
        </p:nvSpPr>
        <p:spPr>
          <a:xfrm>
            <a:off x="5569690" y="5833665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구조 실패</a:t>
            </a:r>
          </a:p>
        </p:txBody>
      </p:sp>
      <p:sp>
        <p:nvSpPr>
          <p:cNvPr id="56" name="화살표: 오각형 55">
            <a:extLst>
              <a:ext uri="{FF2B5EF4-FFF2-40B4-BE49-F238E27FC236}">
                <a16:creationId xmlns:a16="http://schemas.microsoft.com/office/drawing/2014/main" id="{77A5AF9E-9470-98DD-51F2-2D789F2E9E97}"/>
              </a:ext>
            </a:extLst>
          </p:cNvPr>
          <p:cNvSpPr/>
          <p:nvPr/>
        </p:nvSpPr>
        <p:spPr>
          <a:xfrm>
            <a:off x="6214574" y="6315917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친구의 죽음</a:t>
            </a:r>
          </a:p>
        </p:txBody>
      </p:sp>
      <p:cxnSp>
        <p:nvCxnSpPr>
          <p:cNvPr id="57" name="연결선: 꺾임 56">
            <a:extLst>
              <a:ext uri="{FF2B5EF4-FFF2-40B4-BE49-F238E27FC236}">
                <a16:creationId xmlns:a16="http://schemas.microsoft.com/office/drawing/2014/main" id="{6DDCD975-41F3-A6D1-8D6C-115DAED2F3F4}"/>
              </a:ext>
            </a:extLst>
          </p:cNvPr>
          <p:cNvCxnSpPr>
            <a:cxnSpLocks/>
            <a:endCxn id="55" idx="1"/>
          </p:cNvCxnSpPr>
          <p:nvPr/>
        </p:nvCxnSpPr>
        <p:spPr>
          <a:xfrm rot="5400000">
            <a:off x="5025594" y="4965814"/>
            <a:ext cx="1560494" cy="472301"/>
          </a:xfrm>
          <a:prstGeom prst="bentConnector4">
            <a:avLst>
              <a:gd name="adj1" fmla="val 45240"/>
              <a:gd name="adj2" fmla="val 148401"/>
            </a:avLst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연결선: 꺾임 57">
            <a:extLst>
              <a:ext uri="{FF2B5EF4-FFF2-40B4-BE49-F238E27FC236}">
                <a16:creationId xmlns:a16="http://schemas.microsoft.com/office/drawing/2014/main" id="{C17F1E12-4A5A-E593-ED1D-58D07734489C}"/>
              </a:ext>
            </a:extLst>
          </p:cNvPr>
          <p:cNvCxnSpPr>
            <a:cxnSpLocks/>
            <a:stCxn id="55" idx="3"/>
            <a:endCxn id="56" idx="0"/>
          </p:cNvCxnSpPr>
          <p:nvPr/>
        </p:nvCxnSpPr>
        <p:spPr>
          <a:xfrm>
            <a:off x="6639538" y="5982211"/>
            <a:ext cx="35687" cy="333706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화살표: 오각형 66">
            <a:extLst>
              <a:ext uri="{FF2B5EF4-FFF2-40B4-BE49-F238E27FC236}">
                <a16:creationId xmlns:a16="http://schemas.microsoft.com/office/drawing/2014/main" id="{1CDF306A-BE2E-258F-9738-B9A5B47B115C}"/>
              </a:ext>
            </a:extLst>
          </p:cNvPr>
          <p:cNvSpPr/>
          <p:nvPr/>
        </p:nvSpPr>
        <p:spPr>
          <a:xfrm>
            <a:off x="7380526" y="6310488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괴물의 정체</a:t>
            </a:r>
          </a:p>
        </p:txBody>
      </p:sp>
      <p:sp>
        <p:nvSpPr>
          <p:cNvPr id="68" name="화살표: 오각형 67">
            <a:extLst>
              <a:ext uri="{FF2B5EF4-FFF2-40B4-BE49-F238E27FC236}">
                <a16:creationId xmlns:a16="http://schemas.microsoft.com/office/drawing/2014/main" id="{30165209-03A4-1DA5-09AC-AF365CDA165C}"/>
              </a:ext>
            </a:extLst>
          </p:cNvPr>
          <p:cNvSpPr/>
          <p:nvPr/>
        </p:nvSpPr>
        <p:spPr>
          <a:xfrm>
            <a:off x="8014274" y="5828236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육체 저장소 발견</a:t>
            </a:r>
          </a:p>
        </p:txBody>
      </p:sp>
      <p:sp>
        <p:nvSpPr>
          <p:cNvPr id="69" name="화살표: 오각형 68">
            <a:extLst>
              <a:ext uri="{FF2B5EF4-FFF2-40B4-BE49-F238E27FC236}">
                <a16:creationId xmlns:a16="http://schemas.microsoft.com/office/drawing/2014/main" id="{1CCCC373-1F82-27EE-EB8C-9D09D44243F1}"/>
              </a:ext>
            </a:extLst>
          </p:cNvPr>
          <p:cNvSpPr/>
          <p:nvPr/>
        </p:nvSpPr>
        <p:spPr>
          <a:xfrm>
            <a:off x="8659158" y="6310488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구원 방법</a:t>
            </a:r>
          </a:p>
        </p:txBody>
      </p:sp>
      <p:cxnSp>
        <p:nvCxnSpPr>
          <p:cNvPr id="70" name="연결선: 꺾임 69">
            <a:extLst>
              <a:ext uri="{FF2B5EF4-FFF2-40B4-BE49-F238E27FC236}">
                <a16:creationId xmlns:a16="http://schemas.microsoft.com/office/drawing/2014/main" id="{20F5CBD8-C72D-6784-0F75-14B7A3620DFA}"/>
              </a:ext>
            </a:extLst>
          </p:cNvPr>
          <p:cNvCxnSpPr>
            <a:cxnSpLocks/>
            <a:stCxn id="67" idx="0"/>
            <a:endCxn id="68" idx="1"/>
          </p:cNvCxnSpPr>
          <p:nvPr/>
        </p:nvCxnSpPr>
        <p:spPr>
          <a:xfrm rot="5400000" flipH="1" flipV="1">
            <a:off x="7760872" y="6057087"/>
            <a:ext cx="333706" cy="173097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9276516F-B2DC-7B6A-5338-8E4889B4069E}"/>
              </a:ext>
            </a:extLst>
          </p:cNvPr>
          <p:cNvCxnSpPr>
            <a:cxnSpLocks/>
            <a:stCxn id="68" idx="3"/>
            <a:endCxn id="69" idx="0"/>
          </p:cNvCxnSpPr>
          <p:nvPr/>
        </p:nvCxnSpPr>
        <p:spPr>
          <a:xfrm>
            <a:off x="9084122" y="5976782"/>
            <a:ext cx="35687" cy="333706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화살표: 오각형 75">
            <a:extLst>
              <a:ext uri="{FF2B5EF4-FFF2-40B4-BE49-F238E27FC236}">
                <a16:creationId xmlns:a16="http://schemas.microsoft.com/office/drawing/2014/main" id="{D216EC82-415A-355B-5917-9E53B0AF762D}"/>
              </a:ext>
            </a:extLst>
          </p:cNvPr>
          <p:cNvSpPr/>
          <p:nvPr/>
        </p:nvSpPr>
        <p:spPr>
          <a:xfrm>
            <a:off x="10498796" y="6310484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최종 선택</a:t>
            </a: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ADBD593-F14C-0FE6-82A5-BCC7AB757BEB}"/>
              </a:ext>
            </a:extLst>
          </p:cNvPr>
          <p:cNvCxnSpPr>
            <a:cxnSpLocks/>
            <a:stCxn id="69" idx="3"/>
            <a:endCxn id="76" idx="1"/>
          </p:cNvCxnSpPr>
          <p:nvPr/>
        </p:nvCxnSpPr>
        <p:spPr>
          <a:xfrm flipV="1">
            <a:off x="9729006" y="6459030"/>
            <a:ext cx="769790" cy="4"/>
          </a:xfrm>
          <a:prstGeom prst="straightConnector1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D798ACD7-B299-C70A-E579-659B7593696E}"/>
              </a:ext>
            </a:extLst>
          </p:cNvPr>
          <p:cNvSpPr/>
          <p:nvPr/>
        </p:nvSpPr>
        <p:spPr>
          <a:xfrm>
            <a:off x="7406088" y="1370845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랭킹 시스템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F7EE0F87-CA86-AF01-237B-0AB7CC4EA54F}"/>
              </a:ext>
            </a:extLst>
          </p:cNvPr>
          <p:cNvSpPr/>
          <p:nvPr/>
        </p:nvSpPr>
        <p:spPr>
          <a:xfrm>
            <a:off x="324682" y="4375390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강제 징집</a:t>
            </a:r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0BACF5E8-B18E-E4F1-31F5-D15622A47334}"/>
              </a:ext>
            </a:extLst>
          </p:cNvPr>
          <p:cNvSpPr/>
          <p:nvPr/>
        </p:nvSpPr>
        <p:spPr>
          <a:xfrm>
            <a:off x="1808954" y="4375390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구조 실패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1D86EC7-0B5D-E426-4A1E-96C0AD6369DC}"/>
              </a:ext>
            </a:extLst>
          </p:cNvPr>
          <p:cNvSpPr/>
          <p:nvPr/>
        </p:nvSpPr>
        <p:spPr>
          <a:xfrm>
            <a:off x="6072360" y="1276838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랭킹 시스템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C7BEDFB0-C6B6-34D0-27F5-C9C042F80467}"/>
              </a:ext>
            </a:extLst>
          </p:cNvPr>
          <p:cNvSpPr/>
          <p:nvPr/>
        </p:nvSpPr>
        <p:spPr>
          <a:xfrm>
            <a:off x="5015819" y="205740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괴물의 정체</a:t>
            </a: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7CEE8659-536F-341A-1E79-4A146B933C78}"/>
              </a:ext>
            </a:extLst>
          </p:cNvPr>
          <p:cNvSpPr/>
          <p:nvPr/>
        </p:nvSpPr>
        <p:spPr>
          <a:xfrm>
            <a:off x="57063" y="3172051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육체 저장소 발견</a:t>
            </a: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95FB94F2-6C50-AA50-740E-7841E9A0DF03}"/>
              </a:ext>
            </a:extLst>
          </p:cNvPr>
          <p:cNvSpPr/>
          <p:nvPr/>
        </p:nvSpPr>
        <p:spPr>
          <a:xfrm>
            <a:off x="-93566" y="1397475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최종 선택</a:t>
            </a:r>
          </a:p>
        </p:txBody>
      </p:sp>
      <p:cxnSp>
        <p:nvCxnSpPr>
          <p:cNvPr id="124" name="연결선: 꺾임 123">
            <a:extLst>
              <a:ext uri="{FF2B5EF4-FFF2-40B4-BE49-F238E27FC236}">
                <a16:creationId xmlns:a16="http://schemas.microsoft.com/office/drawing/2014/main" id="{BC660F1B-9D1B-ACB4-23EB-18B00A29F9B9}"/>
              </a:ext>
            </a:extLst>
          </p:cNvPr>
          <p:cNvCxnSpPr>
            <a:cxnSpLocks/>
            <a:stCxn id="47" idx="3"/>
            <a:endCxn id="54" idx="1"/>
          </p:cNvCxnSpPr>
          <p:nvPr/>
        </p:nvCxnSpPr>
        <p:spPr>
          <a:xfrm flipV="1">
            <a:off x="4853428" y="4194032"/>
            <a:ext cx="752774" cy="1887728"/>
          </a:xfrm>
          <a:prstGeom prst="bentConnector3">
            <a:avLst>
              <a:gd name="adj1" fmla="val 50000"/>
            </a:avLst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연결선: 꺾임 126">
            <a:extLst>
              <a:ext uri="{FF2B5EF4-FFF2-40B4-BE49-F238E27FC236}">
                <a16:creationId xmlns:a16="http://schemas.microsoft.com/office/drawing/2014/main" id="{55455B5E-7F35-3945-07EC-113BCA670A85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51739" y="6037349"/>
            <a:ext cx="5428" cy="1161490"/>
          </a:xfrm>
          <a:prstGeom prst="bentConnector3">
            <a:avLst>
              <a:gd name="adj1" fmla="val 2219510"/>
            </a:avLst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A5A3AF7-5731-8BDD-2C11-8F2E1CB81D7E}"/>
              </a:ext>
            </a:extLst>
          </p:cNvPr>
          <p:cNvSpPr/>
          <p:nvPr/>
        </p:nvSpPr>
        <p:spPr>
          <a:xfrm>
            <a:off x="8967046" y="321870"/>
            <a:ext cx="1702601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bg1"/>
                </a:solidFill>
              </a:rPr>
              <a:t>강제 징집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1973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  <a:effectLst>
          <a:softEdge rad="25400"/>
        </a:effectLst>
      </a:spPr>
      <a:bodyPr rtlCol="0" anchor="ctr"/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92</Words>
  <Application>Microsoft Office PowerPoint</Application>
  <PresentationFormat>와이드스크린</PresentationFormat>
  <Paragraphs>40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6</cp:revision>
  <dcterms:created xsi:type="dcterms:W3CDTF">2026-03-27T05:49:27Z</dcterms:created>
  <dcterms:modified xsi:type="dcterms:W3CDTF">2026-03-30T04:42:06Z</dcterms:modified>
</cp:coreProperties>
</file>