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3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9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59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528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84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8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4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3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311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7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08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CCF0C-AE77-46A6-A476-0CA68D7E16B8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0B131-2B17-4018-98EA-3D09423CC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14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 배운 내용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바른 한글 </a:t>
            </a:r>
            <a:r>
              <a:rPr lang="en-US" altLang="ko-KR" smtClean="0"/>
              <a:t>: </a:t>
            </a:r>
            <a:r>
              <a:rPr lang="ko-KR" altLang="en-US" smtClean="0"/>
              <a:t>교정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클로바더빙 </a:t>
            </a:r>
            <a:r>
              <a:rPr lang="en-US" altLang="ko-KR" smtClean="0"/>
              <a:t>: </a:t>
            </a:r>
            <a:r>
              <a:rPr lang="ko-KR" altLang="en-US" smtClean="0"/>
              <a:t>문맥이 자연스럽게 구성될 수 있도록 </a:t>
            </a:r>
            <a:r>
              <a:rPr lang="en-US" altLang="ko-KR" smtClean="0"/>
              <a:t>tts</a:t>
            </a:r>
            <a:r>
              <a:rPr lang="ko-KR" altLang="en-US" smtClean="0"/>
              <a:t>를 사용했다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도구 </a:t>
            </a:r>
            <a:r>
              <a:rPr lang="en-US" altLang="ko-KR" smtClean="0"/>
              <a:t>(3) - AI </a:t>
            </a:r>
            <a:r>
              <a:rPr lang="ko-KR" altLang="en-US" smtClean="0"/>
              <a:t>활용하기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0</a:t>
            </a:r>
            <a:r>
              <a:rPr lang="ko-KR" altLang="en-US" smtClean="0"/>
              <a:t>단계 </a:t>
            </a:r>
            <a:r>
              <a:rPr lang="en-US" altLang="ko-KR" smtClean="0"/>
              <a:t>: AI </a:t>
            </a:r>
            <a:r>
              <a:rPr lang="ko-KR" altLang="en-US" smtClean="0"/>
              <a:t>툴 선택하기 </a:t>
            </a:r>
            <a:r>
              <a:rPr lang="en-US" altLang="ko-KR" smtClean="0"/>
              <a:t>(</a:t>
            </a:r>
            <a:r>
              <a:rPr lang="ko-KR" altLang="en-US" smtClean="0"/>
              <a:t>원하는 작업물에 알맞은 툴</a:t>
            </a:r>
            <a:r>
              <a:rPr lang="en-US" altLang="ko-KR" smtClean="0"/>
              <a:t>)</a:t>
            </a:r>
            <a:br>
              <a:rPr lang="en-US" altLang="ko-KR" smtClean="0"/>
            </a:br>
            <a:r>
              <a:rPr lang="en-US" altLang="ko-KR" smtClean="0"/>
              <a:t>          + </a:t>
            </a:r>
            <a:r>
              <a:rPr lang="ko-KR" altLang="en-US" smtClean="0"/>
              <a:t>질문</a:t>
            </a:r>
            <a:endParaRPr lang="en-US" altLang="ko-KR" smtClean="0"/>
          </a:p>
          <a:p>
            <a:r>
              <a:rPr lang="en-US" altLang="ko-KR" smtClean="0"/>
              <a:t>AI</a:t>
            </a:r>
            <a:r>
              <a:rPr lang="ko-KR" altLang="en-US" smtClean="0"/>
              <a:t>에게 역할 부여하기</a:t>
            </a:r>
            <a:endParaRPr lang="en-US" altLang="ko-KR" smtClean="0"/>
          </a:p>
          <a:p>
            <a:r>
              <a:rPr lang="ko-KR" altLang="en-US" smtClean="0"/>
              <a:t>이야기의 </a:t>
            </a:r>
            <a:r>
              <a:rPr lang="en-US" altLang="ko-KR" smtClean="0"/>
              <a:t>‘</a:t>
            </a:r>
            <a:r>
              <a:rPr lang="ko-KR" altLang="en-US" smtClean="0"/>
              <a:t>갈등</a:t>
            </a:r>
            <a:r>
              <a:rPr lang="en-US" altLang="ko-KR" smtClean="0"/>
              <a:t>＇</a:t>
            </a:r>
            <a:r>
              <a:rPr lang="ko-KR" altLang="en-US" smtClean="0"/>
              <a:t>이 무엇인지 알려주기</a:t>
            </a:r>
            <a:endParaRPr lang="en-US" altLang="ko-KR" smtClean="0"/>
          </a:p>
          <a:p>
            <a:r>
              <a:rPr lang="ko-KR" altLang="en-US" smtClean="0"/>
              <a:t>단의 구성에 맞게 이야기를 구성해보자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너는 세계 최고의 작가야</a:t>
            </a:r>
            <a:r>
              <a:rPr lang="en-US" altLang="ko-KR" smtClean="0"/>
              <a:t>. Or </a:t>
            </a:r>
            <a:r>
              <a:rPr lang="ko-KR" altLang="en-US" smtClean="0"/>
              <a:t>교정가야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33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시나리오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대전제 </a:t>
            </a:r>
            <a:r>
              <a:rPr lang="en-US" altLang="ko-KR" smtClean="0"/>
              <a:t>: </a:t>
            </a:r>
            <a:r>
              <a:rPr lang="ko-KR" altLang="en-US" smtClean="0"/>
              <a:t>극적인 전개</a:t>
            </a:r>
            <a:endParaRPr lang="en-US" altLang="ko-KR" smtClean="0"/>
          </a:p>
          <a:p>
            <a:r>
              <a:rPr lang="ko-KR" altLang="en-US" smtClean="0"/>
              <a:t>사람의 마음의 변화에 대한 의도를 담는다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극적인 전개를 위한 것 </a:t>
            </a:r>
            <a:r>
              <a:rPr lang="en-US" altLang="ko-KR" smtClean="0"/>
              <a:t>: ‘</a:t>
            </a:r>
            <a:r>
              <a:rPr lang="ko-KR" altLang="en-US" smtClean="0"/>
              <a:t>갈등</a:t>
            </a:r>
            <a:r>
              <a:rPr lang="en-US" altLang="ko-KR" smtClean="0"/>
              <a:t>’, ‘</a:t>
            </a:r>
            <a:r>
              <a:rPr lang="ko-KR" altLang="en-US" smtClean="0"/>
              <a:t>상황</a:t>
            </a:r>
            <a:r>
              <a:rPr lang="en-US" altLang="ko-KR" smtClean="0"/>
              <a:t>’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19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등장인물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등장무대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대본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가지를 기준으로 이야기를 만들자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상황을 단으로 만들어서</a:t>
            </a:r>
            <a:r>
              <a:rPr lang="en-US" altLang="ko-KR" smtClean="0"/>
              <a:t>(3</a:t>
            </a:r>
            <a:r>
              <a:rPr lang="ko-KR" altLang="en-US" smtClean="0"/>
              <a:t>단</a:t>
            </a:r>
            <a:r>
              <a:rPr lang="en-US" altLang="ko-KR" smtClean="0"/>
              <a:t>, 4</a:t>
            </a:r>
            <a:r>
              <a:rPr lang="ko-KR" altLang="en-US" smtClean="0"/>
              <a:t>단</a:t>
            </a:r>
            <a:r>
              <a:rPr lang="en-US" altLang="ko-KR" smtClean="0"/>
              <a:t>, 5</a:t>
            </a:r>
            <a:r>
              <a:rPr lang="ko-KR" altLang="en-US" smtClean="0"/>
              <a:t>단 등</a:t>
            </a:r>
            <a:r>
              <a:rPr lang="en-US" altLang="ko-KR" smtClean="0"/>
              <a:t>), </a:t>
            </a:r>
            <a:r>
              <a:rPr lang="ko-KR" altLang="en-US" smtClean="0"/>
              <a:t>단의 구성에 맞게 이야기 구조를 짜야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78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 시나리오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차한해가 균열에서 태어난 존재</a:t>
            </a:r>
            <a:endParaRPr lang="en-US" altLang="ko-KR" smtClean="0"/>
          </a:p>
          <a:p>
            <a:r>
              <a:rPr lang="ko-KR" altLang="en-US" smtClean="0"/>
              <a:t>거기서 선의 수치를 알게 됨</a:t>
            </a:r>
            <a:endParaRPr lang="en-US" altLang="ko-KR" smtClean="0"/>
          </a:p>
          <a:p>
            <a:r>
              <a:rPr lang="ko-KR" altLang="en-US" smtClean="0"/>
              <a:t>희생으로 소비당하다가 결국 괴물이 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030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읽기 좋은 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발음하기 어려운 글은 읽기도 어렵다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당연한 얘기는 생략하자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 시놉시스는 </a:t>
            </a:r>
            <a:r>
              <a:rPr lang="en-US" altLang="ko-KR" smtClean="0"/>
              <a:t>3</a:t>
            </a:r>
            <a:r>
              <a:rPr lang="ko-KR" altLang="en-US" smtClean="0"/>
              <a:t>줄로 줄일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80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스토리텔러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기가막힌 </a:t>
            </a:r>
            <a:r>
              <a:rPr lang="en-US" altLang="ko-KR" smtClean="0"/>
              <a:t>‘</a:t>
            </a:r>
            <a:r>
              <a:rPr lang="ko-KR" altLang="en-US" smtClean="0"/>
              <a:t>소재</a:t>
            </a:r>
            <a:r>
              <a:rPr lang="en-US" altLang="ko-KR" smtClean="0"/>
              <a:t>’</a:t>
            </a:r>
          </a:p>
          <a:p>
            <a:r>
              <a:rPr lang="ko-KR" altLang="en-US" smtClean="0"/>
              <a:t>소재를 잘 발견</a:t>
            </a:r>
            <a:r>
              <a:rPr lang="en-US" altLang="ko-KR" smtClean="0"/>
              <a:t>, </a:t>
            </a:r>
            <a:r>
              <a:rPr lang="ko-KR" altLang="en-US" smtClean="0"/>
              <a:t>발명하는 사람들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80085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이야기의 힘을 가진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Ico </a:t>
            </a:r>
            <a:r>
              <a:rPr lang="ko-KR" altLang="en-US" smtClean="0"/>
              <a:t>이코</a:t>
            </a:r>
            <a:endParaRPr lang="en-US" altLang="ko-KR" smtClean="0"/>
          </a:p>
          <a:p>
            <a:r>
              <a:rPr lang="ko-KR" altLang="en-US" smtClean="0"/>
              <a:t>라스트 오브 어스</a:t>
            </a:r>
            <a:endParaRPr lang="en-US" altLang="ko-KR" smtClean="0"/>
          </a:p>
          <a:p>
            <a:r>
              <a:rPr lang="ko-KR" altLang="en-US" smtClean="0"/>
              <a:t>프리우스</a:t>
            </a:r>
            <a:endParaRPr lang="en-US" altLang="ko-KR" smtClean="0"/>
          </a:p>
          <a:p>
            <a:r>
              <a:rPr lang="ko-KR" altLang="en-US" smtClean="0"/>
              <a:t>프레그마타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6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감성 스토리텔링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mtClean="0"/>
              <a:t>영상에서 보여준 </a:t>
            </a:r>
            <a:r>
              <a:rPr lang="en-US" altLang="ko-KR" smtClean="0"/>
              <a:t>‘</a:t>
            </a:r>
            <a:r>
              <a:rPr lang="ko-KR" altLang="en-US" smtClean="0"/>
              <a:t>소년과 소녀의 사랑 이야기</a:t>
            </a:r>
            <a:r>
              <a:rPr lang="en-US" altLang="ko-KR" smtClean="0"/>
              <a:t>＇</a:t>
            </a:r>
            <a:r>
              <a:rPr lang="ko-KR" altLang="en-US" smtClean="0"/>
              <a:t>라는 이야기가</a:t>
            </a:r>
            <a:endParaRPr lang="en-US" altLang="ko-KR" smtClean="0"/>
          </a:p>
          <a:p>
            <a:r>
              <a:rPr lang="ko-KR" altLang="en-US" smtClean="0"/>
              <a:t>실제 게임을 들어갔을 때는 없어진다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그러면 플레이어들이 게임을 이어갈 힘을 잃는다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현실의 부부가 게임 속의 아이를 키운다고 현실의 아이를 굶겨 죽인 사건</a:t>
            </a:r>
            <a:endParaRPr lang="en-US" altLang="ko-KR" smtClean="0"/>
          </a:p>
          <a:p>
            <a:r>
              <a:rPr lang="ko-KR" altLang="en-US" smtClean="0"/>
              <a:t>게이머들 </a:t>
            </a:r>
            <a:r>
              <a:rPr lang="en-US" altLang="ko-KR" smtClean="0"/>
              <a:t>: </a:t>
            </a:r>
            <a:r>
              <a:rPr lang="ko-KR" altLang="en-US" smtClean="0"/>
              <a:t>얼마나 그 게임이 재밌길래</a:t>
            </a:r>
            <a:r>
              <a:rPr lang="en-US" altLang="ko-KR" smtClean="0"/>
              <a:t>?</a:t>
            </a:r>
          </a:p>
          <a:p>
            <a:r>
              <a:rPr lang="ko-KR" altLang="en-US" smtClean="0"/>
              <a:t>다시 게임의 동접수가 올라간다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/>
          </a:p>
          <a:p>
            <a:r>
              <a:rPr lang="ko-KR" altLang="en-US" smtClean="0"/>
              <a:t>사람의 마음은 알 수가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이야기</a:t>
            </a:r>
            <a:r>
              <a:rPr lang="en-US" altLang="ko-KR" smtClean="0"/>
              <a:t>, </a:t>
            </a:r>
            <a:r>
              <a:rPr lang="ko-KR" altLang="en-US" smtClean="0"/>
              <a:t>감성이 가진 힘</a:t>
            </a:r>
            <a:r>
              <a:rPr lang="en-US" altLang="ko-KR" smtClean="0"/>
              <a:t>. </a:t>
            </a:r>
            <a:r>
              <a:rPr lang="ko-KR" altLang="en-US" smtClean="0"/>
              <a:t>사람의 마음을 건드리는 소재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06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사람의 마음을 건드리는 소재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소년과 소녀의 사랑 이야기</a:t>
            </a:r>
            <a:r>
              <a:rPr lang="en-US" altLang="ko-KR" smtClean="0"/>
              <a:t>. </a:t>
            </a:r>
            <a:r>
              <a:rPr lang="ko-KR" altLang="en-US" smtClean="0"/>
              <a:t>풋사랑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영웅들의 출사표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70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229</Words>
  <Application>Microsoft Office PowerPoint</Application>
  <PresentationFormat>와이드스크린</PresentationFormat>
  <Paragraphs>55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어제 배운 내용</vt:lpstr>
      <vt:lpstr>도구 (3) - AI 활용하기</vt:lpstr>
      <vt:lpstr>시나리오</vt:lpstr>
      <vt:lpstr>상황</vt:lpstr>
      <vt:lpstr>내 게임 시나리오</vt:lpstr>
      <vt:lpstr>읽기 좋은 글</vt:lpstr>
      <vt:lpstr>스토리텔러</vt:lpstr>
      <vt:lpstr>이야기의 힘을 가진 게임</vt:lpstr>
      <vt:lpstr>감성 스토리텔링</vt:lpstr>
      <vt:lpstr>사람의 마음을 건드리는 소재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8</cp:revision>
  <dcterms:created xsi:type="dcterms:W3CDTF">2026-03-18T04:43:16Z</dcterms:created>
  <dcterms:modified xsi:type="dcterms:W3CDTF">2026-03-18T06:58:05Z</dcterms:modified>
</cp:coreProperties>
</file>