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A5BD4-5297-4650-9D34-B2EF9A17F0C3}" v="3" dt="2026-04-06T05:46:30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9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4-06T06:28:39.243" v="5560" actId="20577"/>
      <pc:docMkLst>
        <pc:docMk/>
      </pc:docMkLst>
      <pc:sldChg chg="new del">
        <pc:chgData name="musukie52@gmail.com" userId="017bd91f96aa8751" providerId="LiveId" clId="{5B2C3894-F97E-4CAB-8812-5BB4D83AAC6A}" dt="2026-04-06T05:00:42.418" v="2" actId="47"/>
        <pc:sldMkLst>
          <pc:docMk/>
          <pc:sldMk cId="793679209" sldId="256"/>
        </pc:sldMkLst>
      </pc:sldChg>
      <pc:sldChg chg="modSp new mod">
        <pc:chgData name="musukie52@gmail.com" userId="017bd91f96aa8751" providerId="LiveId" clId="{5B2C3894-F97E-4CAB-8812-5BB4D83AAC6A}" dt="2026-04-06T05:14:09.751" v="500" actId="20577"/>
        <pc:sldMkLst>
          <pc:docMk/>
          <pc:sldMk cId="2169346900" sldId="257"/>
        </pc:sldMkLst>
        <pc:spChg chg="mod">
          <ac:chgData name="musukie52@gmail.com" userId="017bd91f96aa8751" providerId="LiveId" clId="{5B2C3894-F97E-4CAB-8812-5BB4D83AAC6A}" dt="2026-04-06T05:12:01.590" v="247" actId="20577"/>
          <ac:spMkLst>
            <pc:docMk/>
            <pc:sldMk cId="2169346900" sldId="257"/>
            <ac:spMk id="2" creationId="{2563FE19-ED18-AEFD-A5DF-B7BB2A6A1A69}"/>
          </ac:spMkLst>
        </pc:spChg>
        <pc:spChg chg="mod">
          <ac:chgData name="musukie52@gmail.com" userId="017bd91f96aa8751" providerId="LiveId" clId="{5B2C3894-F97E-4CAB-8812-5BB4D83AAC6A}" dt="2026-04-06T05:14:09.751" v="500" actId="20577"/>
          <ac:spMkLst>
            <pc:docMk/>
            <pc:sldMk cId="2169346900" sldId="257"/>
            <ac:spMk id="3" creationId="{4DC8C111-392A-A997-473B-C89FD1CAF5E5}"/>
          </ac:spMkLst>
        </pc:spChg>
      </pc:sldChg>
      <pc:sldChg chg="modSp new mod">
        <pc:chgData name="musukie52@gmail.com" userId="017bd91f96aa8751" providerId="LiveId" clId="{5B2C3894-F97E-4CAB-8812-5BB4D83AAC6A}" dt="2026-04-06T05:15:29.173" v="873" actId="20577"/>
        <pc:sldMkLst>
          <pc:docMk/>
          <pc:sldMk cId="606947553" sldId="258"/>
        </pc:sldMkLst>
        <pc:spChg chg="mod">
          <ac:chgData name="musukie52@gmail.com" userId="017bd91f96aa8751" providerId="LiveId" clId="{5B2C3894-F97E-4CAB-8812-5BB4D83AAC6A}" dt="2026-04-06T05:15:29.173" v="873" actId="20577"/>
          <ac:spMkLst>
            <pc:docMk/>
            <pc:sldMk cId="606947553" sldId="258"/>
            <ac:spMk id="3" creationId="{37724809-F25D-32E5-EF97-6794D557F360}"/>
          </ac:spMkLst>
        </pc:spChg>
      </pc:sldChg>
      <pc:sldChg chg="modSp new mod">
        <pc:chgData name="musukie52@gmail.com" userId="017bd91f96aa8751" providerId="LiveId" clId="{5B2C3894-F97E-4CAB-8812-5BB4D83AAC6A}" dt="2026-04-06T05:17:24.292" v="1226" actId="20577"/>
        <pc:sldMkLst>
          <pc:docMk/>
          <pc:sldMk cId="3077372508" sldId="259"/>
        </pc:sldMkLst>
        <pc:spChg chg="mod">
          <ac:chgData name="musukie52@gmail.com" userId="017bd91f96aa8751" providerId="LiveId" clId="{5B2C3894-F97E-4CAB-8812-5BB4D83AAC6A}" dt="2026-04-06T05:16:33.661" v="1082" actId="20577"/>
          <ac:spMkLst>
            <pc:docMk/>
            <pc:sldMk cId="3077372508" sldId="259"/>
            <ac:spMk id="2" creationId="{A54E8BFD-0FC8-0DAD-305D-613C8791FE86}"/>
          </ac:spMkLst>
        </pc:spChg>
        <pc:spChg chg="mod">
          <ac:chgData name="musukie52@gmail.com" userId="017bd91f96aa8751" providerId="LiveId" clId="{5B2C3894-F97E-4CAB-8812-5BB4D83AAC6A}" dt="2026-04-06T05:17:24.292" v="1226" actId="20577"/>
          <ac:spMkLst>
            <pc:docMk/>
            <pc:sldMk cId="3077372508" sldId="259"/>
            <ac:spMk id="3" creationId="{B015B8DE-13AF-8CF4-1410-2539D76D8554}"/>
          </ac:spMkLst>
        </pc:spChg>
      </pc:sldChg>
      <pc:sldChg chg="modSp new mod">
        <pc:chgData name="musukie52@gmail.com" userId="017bd91f96aa8751" providerId="LiveId" clId="{5B2C3894-F97E-4CAB-8812-5BB4D83AAC6A}" dt="2026-04-06T05:21:11.230" v="1387" actId="20577"/>
        <pc:sldMkLst>
          <pc:docMk/>
          <pc:sldMk cId="396373441" sldId="260"/>
        </pc:sldMkLst>
        <pc:spChg chg="mod">
          <ac:chgData name="musukie52@gmail.com" userId="017bd91f96aa8751" providerId="LiveId" clId="{5B2C3894-F97E-4CAB-8812-5BB4D83AAC6A}" dt="2026-04-06T05:20:03.153" v="1268" actId="20577"/>
          <ac:spMkLst>
            <pc:docMk/>
            <pc:sldMk cId="396373441" sldId="260"/>
            <ac:spMk id="2" creationId="{A785CE1C-51C7-CCA1-D486-5A2AC25D0B5D}"/>
          </ac:spMkLst>
        </pc:spChg>
        <pc:spChg chg="mod">
          <ac:chgData name="musukie52@gmail.com" userId="017bd91f96aa8751" providerId="LiveId" clId="{5B2C3894-F97E-4CAB-8812-5BB4D83AAC6A}" dt="2026-04-06T05:21:11.230" v="1387" actId="20577"/>
          <ac:spMkLst>
            <pc:docMk/>
            <pc:sldMk cId="396373441" sldId="260"/>
            <ac:spMk id="3" creationId="{6F191768-1DC5-D885-2293-752BC98246FF}"/>
          </ac:spMkLst>
        </pc:spChg>
      </pc:sldChg>
      <pc:sldChg chg="modSp new mod">
        <pc:chgData name="musukie52@gmail.com" userId="017bd91f96aa8751" providerId="LiveId" clId="{5B2C3894-F97E-4CAB-8812-5BB4D83AAC6A}" dt="2026-04-06T05:34:02.627" v="2584" actId="20577"/>
        <pc:sldMkLst>
          <pc:docMk/>
          <pc:sldMk cId="2475079015" sldId="261"/>
        </pc:sldMkLst>
        <pc:spChg chg="mod">
          <ac:chgData name="musukie52@gmail.com" userId="017bd91f96aa8751" providerId="LiveId" clId="{5B2C3894-F97E-4CAB-8812-5BB4D83AAC6A}" dt="2026-04-06T05:22:59.487" v="1413" actId="20577"/>
          <ac:spMkLst>
            <pc:docMk/>
            <pc:sldMk cId="2475079015" sldId="261"/>
            <ac:spMk id="2" creationId="{9FA012B7-2A42-D14C-D0DC-41B439A52CEC}"/>
          </ac:spMkLst>
        </pc:spChg>
        <pc:spChg chg="mod">
          <ac:chgData name="musukie52@gmail.com" userId="017bd91f96aa8751" providerId="LiveId" clId="{5B2C3894-F97E-4CAB-8812-5BB4D83AAC6A}" dt="2026-04-06T05:34:02.627" v="2584" actId="20577"/>
          <ac:spMkLst>
            <pc:docMk/>
            <pc:sldMk cId="2475079015" sldId="261"/>
            <ac:spMk id="3" creationId="{9D3BC540-D57C-1BB3-3B45-A8B381547BBE}"/>
          </ac:spMkLst>
        </pc:spChg>
      </pc:sldChg>
      <pc:sldChg chg="modSp new mod">
        <pc:chgData name="musukie52@gmail.com" userId="017bd91f96aa8751" providerId="LiveId" clId="{5B2C3894-F97E-4CAB-8812-5BB4D83AAC6A}" dt="2026-04-06T05:35:18.768" v="2726" actId="20577"/>
        <pc:sldMkLst>
          <pc:docMk/>
          <pc:sldMk cId="1070481871" sldId="262"/>
        </pc:sldMkLst>
        <pc:spChg chg="mod">
          <ac:chgData name="musukie52@gmail.com" userId="017bd91f96aa8751" providerId="LiveId" clId="{5B2C3894-F97E-4CAB-8812-5BB4D83AAC6A}" dt="2026-04-06T05:35:18.768" v="2726" actId="20577"/>
          <ac:spMkLst>
            <pc:docMk/>
            <pc:sldMk cId="1070481871" sldId="262"/>
            <ac:spMk id="2" creationId="{C17A5B45-8EAF-8A4B-17B1-3AF902ECE28F}"/>
          </ac:spMkLst>
        </pc:spChg>
        <pc:spChg chg="mod">
          <ac:chgData name="musukie52@gmail.com" userId="017bd91f96aa8751" providerId="LiveId" clId="{5B2C3894-F97E-4CAB-8812-5BB4D83AAC6A}" dt="2026-04-06T05:35:06.097" v="2678" actId="20577"/>
          <ac:spMkLst>
            <pc:docMk/>
            <pc:sldMk cId="1070481871" sldId="262"/>
            <ac:spMk id="3" creationId="{0F52A0F7-A96C-A33B-C661-39CCDB1BDA68}"/>
          </ac:spMkLst>
        </pc:spChg>
      </pc:sldChg>
      <pc:sldChg chg="modSp new mod">
        <pc:chgData name="musukie52@gmail.com" userId="017bd91f96aa8751" providerId="LiveId" clId="{5B2C3894-F97E-4CAB-8812-5BB4D83AAC6A}" dt="2026-04-06T05:36:20.195" v="3044" actId="20577"/>
        <pc:sldMkLst>
          <pc:docMk/>
          <pc:sldMk cId="908440512" sldId="263"/>
        </pc:sldMkLst>
        <pc:spChg chg="mod">
          <ac:chgData name="musukie52@gmail.com" userId="017bd91f96aa8751" providerId="LiveId" clId="{5B2C3894-F97E-4CAB-8812-5BB4D83AAC6A}" dt="2026-04-06T05:35:16.206" v="2725" actId="20577"/>
          <ac:spMkLst>
            <pc:docMk/>
            <pc:sldMk cId="908440512" sldId="263"/>
            <ac:spMk id="2" creationId="{3BC02BDD-593B-C2B6-6695-7F1578697BC6}"/>
          </ac:spMkLst>
        </pc:spChg>
        <pc:spChg chg="mod">
          <ac:chgData name="musukie52@gmail.com" userId="017bd91f96aa8751" providerId="LiveId" clId="{5B2C3894-F97E-4CAB-8812-5BB4D83AAC6A}" dt="2026-04-06T05:36:20.195" v="3044" actId="20577"/>
          <ac:spMkLst>
            <pc:docMk/>
            <pc:sldMk cId="908440512" sldId="263"/>
            <ac:spMk id="3" creationId="{667B5CCC-5AB0-085D-11BF-DD9890E04F0C}"/>
          </ac:spMkLst>
        </pc:spChg>
      </pc:sldChg>
      <pc:sldChg chg="modSp new mod">
        <pc:chgData name="musukie52@gmail.com" userId="017bd91f96aa8751" providerId="LiveId" clId="{5B2C3894-F97E-4CAB-8812-5BB4D83AAC6A}" dt="2026-04-06T05:40:54.965" v="3792" actId="20577"/>
        <pc:sldMkLst>
          <pc:docMk/>
          <pc:sldMk cId="808917024" sldId="264"/>
        </pc:sldMkLst>
        <pc:spChg chg="mod">
          <ac:chgData name="musukie52@gmail.com" userId="017bd91f96aa8751" providerId="LiveId" clId="{5B2C3894-F97E-4CAB-8812-5BB4D83AAC6A}" dt="2026-04-06T05:37:04.487" v="3081" actId="20577"/>
          <ac:spMkLst>
            <pc:docMk/>
            <pc:sldMk cId="808917024" sldId="264"/>
            <ac:spMk id="2" creationId="{17A2C2B9-B3E6-3EC7-3ABE-2ADFAE511EAF}"/>
          </ac:spMkLst>
        </pc:spChg>
        <pc:spChg chg="mod">
          <ac:chgData name="musukie52@gmail.com" userId="017bd91f96aa8751" providerId="LiveId" clId="{5B2C3894-F97E-4CAB-8812-5BB4D83AAC6A}" dt="2026-04-06T05:40:54.965" v="3792" actId="20577"/>
          <ac:spMkLst>
            <pc:docMk/>
            <pc:sldMk cId="808917024" sldId="264"/>
            <ac:spMk id="3" creationId="{90E2BEFE-73FB-7DA9-0818-D2F270CC9525}"/>
          </ac:spMkLst>
        </pc:spChg>
      </pc:sldChg>
      <pc:sldChg chg="modSp new mod">
        <pc:chgData name="musukie52@gmail.com" userId="017bd91f96aa8751" providerId="LiveId" clId="{5B2C3894-F97E-4CAB-8812-5BB4D83AAC6A}" dt="2026-04-06T05:46:16.989" v="4168" actId="20577"/>
        <pc:sldMkLst>
          <pc:docMk/>
          <pc:sldMk cId="2395261872" sldId="265"/>
        </pc:sldMkLst>
        <pc:spChg chg="mod">
          <ac:chgData name="musukie52@gmail.com" userId="017bd91f96aa8751" providerId="LiveId" clId="{5B2C3894-F97E-4CAB-8812-5BB4D83AAC6A}" dt="2026-04-06T05:42:00.885" v="3882" actId="113"/>
          <ac:spMkLst>
            <pc:docMk/>
            <pc:sldMk cId="2395261872" sldId="265"/>
            <ac:spMk id="2" creationId="{35C1931D-1A0A-829E-0B55-3597A95A08C3}"/>
          </ac:spMkLst>
        </pc:spChg>
        <pc:spChg chg="mod">
          <ac:chgData name="musukie52@gmail.com" userId="017bd91f96aa8751" providerId="LiveId" clId="{5B2C3894-F97E-4CAB-8812-5BB4D83AAC6A}" dt="2026-04-06T05:46:16.989" v="4168" actId="20577"/>
          <ac:spMkLst>
            <pc:docMk/>
            <pc:sldMk cId="2395261872" sldId="265"/>
            <ac:spMk id="3" creationId="{FCC0E8A6-2146-B5DE-A810-1FBEDBF958DD}"/>
          </ac:spMkLst>
        </pc:spChg>
      </pc:sldChg>
      <pc:sldChg chg="modSp new mod">
        <pc:chgData name="musukie52@gmail.com" userId="017bd91f96aa8751" providerId="LiveId" clId="{5B2C3894-F97E-4CAB-8812-5BB4D83AAC6A}" dt="2026-04-06T06:04:13.799" v="5037" actId="20577"/>
        <pc:sldMkLst>
          <pc:docMk/>
          <pc:sldMk cId="2744971439" sldId="266"/>
        </pc:sldMkLst>
        <pc:spChg chg="mod">
          <ac:chgData name="musukie52@gmail.com" userId="017bd91f96aa8751" providerId="LiveId" clId="{5B2C3894-F97E-4CAB-8812-5BB4D83AAC6A}" dt="2026-04-06T05:46:38.293" v="4219" actId="113"/>
          <ac:spMkLst>
            <pc:docMk/>
            <pc:sldMk cId="2744971439" sldId="266"/>
            <ac:spMk id="2" creationId="{0C630C5E-A997-AB11-6F13-2E14A18A1898}"/>
          </ac:spMkLst>
        </pc:spChg>
        <pc:spChg chg="mod">
          <ac:chgData name="musukie52@gmail.com" userId="017bd91f96aa8751" providerId="LiveId" clId="{5B2C3894-F97E-4CAB-8812-5BB4D83AAC6A}" dt="2026-04-06T06:04:13.799" v="5037" actId="20577"/>
          <ac:spMkLst>
            <pc:docMk/>
            <pc:sldMk cId="2744971439" sldId="266"/>
            <ac:spMk id="3" creationId="{C9733061-5833-4388-DCF2-6BC23B8B3B9A}"/>
          </ac:spMkLst>
        </pc:spChg>
      </pc:sldChg>
      <pc:sldChg chg="modSp new mod">
        <pc:chgData name="musukie52@gmail.com" userId="017bd91f96aa8751" providerId="LiveId" clId="{5B2C3894-F97E-4CAB-8812-5BB4D83AAC6A}" dt="2026-04-06T06:05:10.507" v="5330" actId="20577"/>
        <pc:sldMkLst>
          <pc:docMk/>
          <pc:sldMk cId="3056137766" sldId="267"/>
        </pc:sldMkLst>
        <pc:spChg chg="mod">
          <ac:chgData name="musukie52@gmail.com" userId="017bd91f96aa8751" providerId="LiveId" clId="{5B2C3894-F97E-4CAB-8812-5BB4D83AAC6A}" dt="2026-04-06T06:04:33.646" v="5087" actId="20577"/>
          <ac:spMkLst>
            <pc:docMk/>
            <pc:sldMk cId="3056137766" sldId="267"/>
            <ac:spMk id="2" creationId="{587410B8-53EB-1CCB-DD87-2412C87F6E22}"/>
          </ac:spMkLst>
        </pc:spChg>
        <pc:spChg chg="mod">
          <ac:chgData name="musukie52@gmail.com" userId="017bd91f96aa8751" providerId="LiveId" clId="{5B2C3894-F97E-4CAB-8812-5BB4D83AAC6A}" dt="2026-04-06T06:05:10.507" v="5330" actId="20577"/>
          <ac:spMkLst>
            <pc:docMk/>
            <pc:sldMk cId="3056137766" sldId="267"/>
            <ac:spMk id="3" creationId="{A88B2B26-E5E8-D470-E5C7-F7A9A476B227}"/>
          </ac:spMkLst>
        </pc:spChg>
      </pc:sldChg>
      <pc:sldChg chg="modSp new mod">
        <pc:chgData name="musukie52@gmail.com" userId="017bd91f96aa8751" providerId="LiveId" clId="{5B2C3894-F97E-4CAB-8812-5BB4D83AAC6A}" dt="2026-04-06T06:28:39.243" v="5560" actId="20577"/>
        <pc:sldMkLst>
          <pc:docMk/>
          <pc:sldMk cId="284651531" sldId="268"/>
        </pc:sldMkLst>
        <pc:spChg chg="mod">
          <ac:chgData name="musukie52@gmail.com" userId="017bd91f96aa8751" providerId="LiveId" clId="{5B2C3894-F97E-4CAB-8812-5BB4D83AAC6A}" dt="2026-04-06T06:06:24.515" v="5386" actId="113"/>
          <ac:spMkLst>
            <pc:docMk/>
            <pc:sldMk cId="284651531" sldId="268"/>
            <ac:spMk id="2" creationId="{CF8305ED-74B1-1551-14B9-6240DBF42523}"/>
          </ac:spMkLst>
        </pc:spChg>
        <pc:spChg chg="mod">
          <ac:chgData name="musukie52@gmail.com" userId="017bd91f96aa8751" providerId="LiveId" clId="{5B2C3894-F97E-4CAB-8812-5BB4D83AAC6A}" dt="2026-04-06T06:28:39.243" v="5560" actId="20577"/>
          <ac:spMkLst>
            <pc:docMk/>
            <pc:sldMk cId="284651531" sldId="268"/>
            <ac:spMk id="3" creationId="{CB7F6F26-2D5D-9418-D04D-C74BCF284C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B6873-6858-F7C5-44A8-85B10EDE8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DB50FC-988B-DC2D-F999-E0AF50BC8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7B9B3A-2C31-5976-BB87-CEFD83B6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0673A8-B35C-D95B-D654-696CBD66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D26D3A-A6AF-F327-1903-D467D8B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39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B401A-EA6E-2248-1AB2-068B388F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49D87-C796-60D6-216C-090DA834E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1771EA-A578-1B94-BBFF-DF71DB60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CDE32-99BA-AF68-A1EA-FE641180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21AA0-82AD-BF1D-D3FC-A7BD551D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03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E6671-9708-07FF-C900-9F870F950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691362-A818-E1C2-E80D-159BE650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DDC3B-BDD0-0FF8-7A91-691CC2A3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BF605D-CEAF-561B-441C-6BBFEE8F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85F28-8DDC-4E36-4919-BB5108C0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41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4EDC8-7823-A044-E15F-86DB1987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2081B-947E-51F7-2813-00CE4D911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A64B63-FFB6-1599-ACDF-312D3FFD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D6A54D-34D0-59C2-4442-72DE7C60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CACC1D-290E-6BDF-6F69-7ED152DD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E313CA-0B10-92DD-9D8E-9CA25D426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83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99C3C-BEBA-8D78-093A-B4849C77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5D5442-5802-9FE8-24D4-7DABE0623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005944-4638-DA47-15D5-A161EF0A2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D6036A-04C2-96E9-6E66-954F464D8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9417CA-CFF7-0280-6EA2-E2CEC980B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901F1A-A889-1922-77AF-1F39AC920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ABEC82-7F87-04BD-83FE-B086B45D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17CD65-6A01-D14F-DC6B-BFD32BF5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33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FDEC6-0AF2-D84E-3E79-26A7266C9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FBA8D6-19F7-4A96-6A0B-6ACC36AA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C57F61-2B0B-09AB-F5AD-63BCF824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78FED4-3DB5-F492-06EA-A4C2C652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0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1A0734-37AD-D349-68B4-8F4E66DBB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8E6AC1-7274-3CF3-1E45-084E4653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B2B1C-9762-1648-8A6F-3A7B97EA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53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16EFC-EE5F-54C3-B32E-6351681D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EBB2A2-33E1-8E1A-A93A-FF0220330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00DC40-03B6-E8D6-BBC8-A4BA1B087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C0C3CF-29B9-5AE3-CCFC-664EC208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57FB6E-770E-96E0-0FA2-BB6AD124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F8A121-F379-F717-35F6-DA89B73B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41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72204-37A2-E9A4-EF50-2ECC07C5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FF4B6D-7365-630F-E251-19ACD8872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7576C6-355A-F19E-E60B-CF67D7C71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A7C254-793A-5635-2C94-5074AE6F8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F37CBC-A7FD-BC82-2859-0380390A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F60ABD-F473-5605-2E00-556E89E8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95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F2B1E-3F6A-A6D8-3F78-8C01A56F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9A431F-CB87-C4ED-85BE-6E579A824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1AF78-2426-8E63-50BD-A2EEB555D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877C23-977E-5985-2AE4-666D3960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FB5EE-2327-FD1B-F778-D6D3C9A0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02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86DF80-FF53-7A15-CF42-38E4537CB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24C78A-649C-D8C4-73B5-AD8F9017F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CBC5A5-5716-CD4E-EDF5-2F32B17D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DF8D5-68B8-2CEE-1E10-82C9B14C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2F9EC5-5E35-742C-599C-F20A5CB8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0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C50A94-EE04-119C-0F24-3104A6048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5FDF9C-5A46-BA10-88A2-8A0AB73C8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E7DE3-6465-F610-E4AB-A34000457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7DFF6-88EF-4DAC-A53D-E48BCD1C06DD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409866-34E2-C91E-7D4C-370148520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562F1-11C5-D468-95B6-F79153242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B0FC8-7CFE-47C2-9210-6B04914D6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17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3FE19-ED18-AEFD-A5DF-B7BB2A6A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단의 구성의 </a:t>
            </a:r>
            <a:r>
              <a:rPr lang="ko-KR" altLang="en-US" dirty="0" err="1"/>
              <a:t>역할군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상황의 </a:t>
            </a:r>
            <a:r>
              <a:rPr lang="ko-KR" altLang="en-US" dirty="0" err="1"/>
              <a:t>기차칸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C8C111-392A-A997-473B-C89FD1CAF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단</a:t>
            </a:r>
            <a:r>
              <a:rPr lang="en-US" altLang="ko-KR" dirty="0"/>
              <a:t>, 5</a:t>
            </a:r>
            <a:r>
              <a:rPr lang="ko-KR" altLang="en-US" dirty="0"/>
              <a:t>단 구성 </a:t>
            </a:r>
            <a:r>
              <a:rPr lang="en-US" altLang="ko-KR" dirty="0"/>
              <a:t>=&gt; </a:t>
            </a:r>
            <a:r>
              <a:rPr lang="ko-KR" altLang="en-US" dirty="0"/>
              <a:t>반드시 </a:t>
            </a:r>
            <a:r>
              <a:rPr lang="en-US" altLang="ko-KR" dirty="0"/>
              <a:t>‘</a:t>
            </a:r>
            <a:r>
              <a:rPr lang="ko-KR" altLang="en-US" dirty="0"/>
              <a:t>절정</a:t>
            </a:r>
            <a:r>
              <a:rPr lang="en-US" altLang="ko-KR" dirty="0"/>
              <a:t>(</a:t>
            </a:r>
            <a:r>
              <a:rPr lang="ko-KR" altLang="en-US" dirty="0" err="1"/>
              <a:t>클라이막스</a:t>
            </a:r>
            <a:r>
              <a:rPr lang="en-US" altLang="ko-KR" dirty="0"/>
              <a:t>)’</a:t>
            </a:r>
            <a:r>
              <a:rPr lang="ko-KR" altLang="en-US" dirty="0"/>
              <a:t>에 올라갔다가 내려간다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[5</a:t>
            </a:r>
            <a:r>
              <a:rPr lang="ko-KR" altLang="en-US" dirty="0"/>
              <a:t>단 구성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발단 </a:t>
            </a:r>
            <a:r>
              <a:rPr lang="en-US" altLang="ko-KR" dirty="0"/>
              <a:t>: </a:t>
            </a:r>
            <a:r>
              <a:rPr lang="ko-KR" altLang="en-US" b="1" dirty="0"/>
              <a:t>갈등을 제시</a:t>
            </a:r>
            <a:r>
              <a:rPr lang="ko-KR" altLang="en-US" dirty="0"/>
              <a:t>하는</a:t>
            </a:r>
            <a:r>
              <a:rPr lang="en-US" altLang="ko-KR" dirty="0"/>
              <a:t>(</a:t>
            </a:r>
            <a:r>
              <a:rPr lang="ko-KR" altLang="en-US" dirty="0"/>
              <a:t>던지는</a:t>
            </a:r>
            <a:r>
              <a:rPr lang="en-US" altLang="ko-KR" dirty="0"/>
              <a:t>)</a:t>
            </a:r>
            <a:r>
              <a:rPr lang="ko-KR" altLang="en-US" dirty="0"/>
              <a:t> 역할의 </a:t>
            </a:r>
            <a:r>
              <a:rPr lang="ko-KR" altLang="en-US" dirty="0" err="1"/>
              <a:t>기차칸들</a:t>
            </a:r>
            <a:endParaRPr lang="en-US" altLang="ko-KR" dirty="0"/>
          </a:p>
          <a:p>
            <a:r>
              <a:rPr lang="ko-KR" altLang="en-US" dirty="0"/>
              <a:t>전개 </a:t>
            </a:r>
            <a:r>
              <a:rPr lang="en-US" altLang="ko-KR" dirty="0"/>
              <a:t>: </a:t>
            </a:r>
            <a:r>
              <a:rPr lang="ko-KR" altLang="en-US" b="1" dirty="0"/>
              <a:t>갈등을 인지</a:t>
            </a:r>
            <a:r>
              <a:rPr lang="ko-KR" altLang="en-US" dirty="0"/>
              <a:t>시키는 역할의 </a:t>
            </a:r>
            <a:r>
              <a:rPr lang="ko-KR" altLang="en-US" dirty="0" err="1"/>
              <a:t>기차칸들</a:t>
            </a:r>
            <a:endParaRPr lang="en-US" altLang="ko-KR" dirty="0"/>
          </a:p>
          <a:p>
            <a:r>
              <a:rPr lang="ko-KR" altLang="en-US" dirty="0"/>
              <a:t>위기 </a:t>
            </a:r>
            <a:r>
              <a:rPr lang="en-US" altLang="ko-KR" dirty="0"/>
              <a:t>: </a:t>
            </a:r>
            <a:r>
              <a:rPr lang="ko-KR" altLang="en-US" dirty="0"/>
              <a:t>갈등을 고조시키는 역할의 </a:t>
            </a:r>
            <a:r>
              <a:rPr lang="ko-KR" altLang="en-US" dirty="0" err="1"/>
              <a:t>기차칸들</a:t>
            </a:r>
            <a:endParaRPr lang="en-US" altLang="ko-KR" dirty="0"/>
          </a:p>
          <a:p>
            <a:r>
              <a:rPr lang="ko-KR" altLang="en-US" dirty="0"/>
              <a:t>절정 </a:t>
            </a:r>
            <a:r>
              <a:rPr lang="en-US" altLang="ko-KR" dirty="0"/>
              <a:t>: </a:t>
            </a:r>
            <a:r>
              <a:rPr lang="ko-KR" altLang="en-US" dirty="0"/>
              <a:t>갈등을 </a:t>
            </a:r>
            <a:r>
              <a:rPr lang="ko-KR" altLang="en-US" dirty="0" err="1"/>
              <a:t>최고조시키는</a:t>
            </a:r>
            <a:r>
              <a:rPr lang="ko-KR" altLang="en-US" dirty="0"/>
              <a:t> 역할의 </a:t>
            </a:r>
            <a:r>
              <a:rPr lang="ko-KR" altLang="en-US" dirty="0" err="1"/>
              <a:t>기차칸들</a:t>
            </a:r>
            <a:endParaRPr lang="en-US" altLang="ko-KR" dirty="0"/>
          </a:p>
          <a:p>
            <a:r>
              <a:rPr lang="ko-KR" altLang="en-US" dirty="0"/>
              <a:t>결말 </a:t>
            </a:r>
            <a:r>
              <a:rPr lang="en-US" altLang="ko-KR" dirty="0"/>
              <a:t>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34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49AAC-06FB-120A-8FAD-43930260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24809-F25D-32E5-EF97-6794D557F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헐리우드의</a:t>
            </a:r>
            <a:r>
              <a:rPr lang="ko-KR" altLang="en-US" dirty="0"/>
              <a:t> </a:t>
            </a:r>
            <a:r>
              <a:rPr lang="en-US" altLang="ko-KR" dirty="0"/>
              <a:t>[4</a:t>
            </a:r>
            <a:r>
              <a:rPr lang="ko-KR" altLang="en-US" dirty="0"/>
              <a:t>단 구성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발단</a:t>
            </a:r>
            <a:r>
              <a:rPr lang="en-US" altLang="ko-KR" dirty="0"/>
              <a:t>-</a:t>
            </a:r>
            <a:r>
              <a:rPr lang="ko-KR" altLang="en-US" dirty="0"/>
              <a:t>위기</a:t>
            </a:r>
            <a:r>
              <a:rPr lang="en-US" altLang="ko-KR" dirty="0"/>
              <a:t>-</a:t>
            </a:r>
            <a:r>
              <a:rPr lang="ko-KR" altLang="en-US" dirty="0"/>
              <a:t>절정</a:t>
            </a:r>
            <a:r>
              <a:rPr lang="en-US" altLang="ko-KR" dirty="0"/>
              <a:t>-</a:t>
            </a:r>
            <a:r>
              <a:rPr lang="ko-KR" altLang="en-US" dirty="0"/>
              <a:t>결말</a:t>
            </a:r>
            <a:r>
              <a:rPr lang="en-US" altLang="ko-KR" dirty="0"/>
              <a:t>’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단 구성인 이야기를 짧게 </a:t>
            </a:r>
            <a:r>
              <a:rPr lang="en-US" altLang="ko-KR" dirty="0"/>
              <a:t>5</a:t>
            </a:r>
            <a:r>
              <a:rPr lang="ko-KR" altLang="en-US" dirty="0"/>
              <a:t>단 구성</a:t>
            </a:r>
            <a:r>
              <a:rPr lang="en-US" altLang="ko-KR" dirty="0"/>
              <a:t>, </a:t>
            </a:r>
            <a:r>
              <a:rPr lang="ko-KR" altLang="en-US" dirty="0"/>
              <a:t>혹은 영화의 도입부에 넣는다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통해 </a:t>
            </a:r>
            <a:r>
              <a:rPr lang="ko-KR" altLang="en-US" dirty="0" err="1"/>
              <a:t>헐리우드는</a:t>
            </a:r>
            <a:r>
              <a:rPr lang="ko-KR" altLang="en-US" dirty="0"/>
              <a:t> 관객들의 이목을 끌어서 엉덩이를 무겁게</a:t>
            </a:r>
            <a:r>
              <a:rPr lang="en-US" altLang="ko-KR" dirty="0"/>
              <a:t>, </a:t>
            </a:r>
            <a:r>
              <a:rPr lang="ko-KR" altLang="en-US" dirty="0"/>
              <a:t>즉 앉아서 계속 영화를 보도록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694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E8BFD-0FC8-0DAD-305D-613C8791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요즘 시대의 </a:t>
            </a:r>
            <a:r>
              <a:rPr lang="en-US" altLang="ko-KR" dirty="0"/>
              <a:t>3</a:t>
            </a:r>
            <a:r>
              <a:rPr lang="ko-KR" altLang="en-US" dirty="0"/>
              <a:t>단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5B8DE-13AF-8CF4-1410-2539D76D8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정답부터 제시</a:t>
            </a:r>
            <a:endParaRPr lang="en-US" altLang="ko-KR" dirty="0"/>
          </a:p>
          <a:p>
            <a:r>
              <a:rPr lang="ko-KR" altLang="en-US" dirty="0"/>
              <a:t>그렇게 생각하는 근거 제시</a:t>
            </a:r>
            <a:endParaRPr lang="en-US" altLang="ko-KR" dirty="0"/>
          </a:p>
          <a:p>
            <a:r>
              <a:rPr lang="ko-KR" altLang="en-US" dirty="0"/>
              <a:t>요약하고 끝남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옛날에는 </a:t>
            </a:r>
            <a:r>
              <a:rPr lang="en-US" altLang="ko-KR" dirty="0"/>
              <a:t>‘</a:t>
            </a:r>
            <a:r>
              <a:rPr lang="ko-KR" altLang="en-US" dirty="0"/>
              <a:t>서론</a:t>
            </a:r>
            <a:r>
              <a:rPr lang="en-US" altLang="ko-KR" dirty="0"/>
              <a:t>(</a:t>
            </a:r>
            <a:r>
              <a:rPr lang="ko-KR" altLang="en-US" dirty="0"/>
              <a:t>문제 인지 시키기</a:t>
            </a:r>
            <a:r>
              <a:rPr lang="en-US" altLang="ko-KR" dirty="0"/>
              <a:t>)-</a:t>
            </a:r>
            <a:r>
              <a:rPr lang="ko-KR" altLang="en-US" dirty="0"/>
              <a:t>본론</a:t>
            </a:r>
            <a:r>
              <a:rPr lang="en-US" altLang="ko-KR" dirty="0"/>
              <a:t>-</a:t>
            </a:r>
            <a:r>
              <a:rPr lang="ko-KR" altLang="en-US" dirty="0"/>
              <a:t>결론</a:t>
            </a:r>
            <a:r>
              <a:rPr lang="en-US" altLang="ko-KR" dirty="0"/>
              <a:t>’</a:t>
            </a:r>
            <a:r>
              <a:rPr lang="ko-KR" altLang="en-US" dirty="0"/>
              <a:t>의 순으로 이야기를 만들었었다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37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5CE1C-51C7-CCA1-D486-5A2AC25D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 구성 </a:t>
            </a:r>
            <a:r>
              <a:rPr lang="en-US" altLang="ko-KR" dirty="0"/>
              <a:t>– </a:t>
            </a:r>
            <a:r>
              <a:rPr lang="ko-KR" altLang="en-US" dirty="0"/>
              <a:t>인과적인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91768-1DC5-D885-2293-752BC982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명료함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단편</a:t>
            </a:r>
            <a:r>
              <a:rPr lang="en-US" altLang="ko-KR" dirty="0"/>
              <a:t>/</a:t>
            </a:r>
            <a:r>
              <a:rPr lang="ko-KR" altLang="en-US" dirty="0"/>
              <a:t>옴니버스 구성에서 하나의 주제에 대해 보여줄 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7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012B7-2A42-D14C-D0DC-41B439A5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서사적인 글쓰기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3BC540-D57C-1BB3-3B45-A8B381547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Time Line </a:t>
            </a:r>
            <a:r>
              <a:rPr lang="ko-KR" altLang="en-US" dirty="0"/>
              <a:t>이 중요</a:t>
            </a:r>
            <a:endParaRPr lang="en-US" altLang="ko-KR" dirty="0"/>
          </a:p>
          <a:p>
            <a:r>
              <a:rPr lang="en-US" altLang="ko-KR" dirty="0"/>
              <a:t>History =&gt; </a:t>
            </a:r>
            <a:r>
              <a:rPr lang="ko-KR" altLang="en-US" dirty="0"/>
              <a:t>역사를 </a:t>
            </a:r>
            <a:r>
              <a:rPr lang="ko-KR" altLang="en-US" dirty="0" err="1"/>
              <a:t>만드려면</a:t>
            </a:r>
            <a:r>
              <a:rPr lang="en-US" altLang="ko-KR" dirty="0"/>
              <a:t>, 10</a:t>
            </a:r>
            <a:r>
              <a:rPr lang="ko-KR" altLang="en-US" dirty="0"/>
              <a:t>년 정도의 글쓰기가 필요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요새는 </a:t>
            </a:r>
            <a:r>
              <a:rPr lang="en-US" altLang="ko-KR" dirty="0"/>
              <a:t>AI</a:t>
            </a:r>
            <a:r>
              <a:rPr lang="ko-KR" altLang="en-US" dirty="0"/>
              <a:t>가 있으므로 더 적게</a:t>
            </a:r>
            <a:r>
              <a:rPr lang="en-US" altLang="ko-KR" dirty="0"/>
              <a:t>(</a:t>
            </a:r>
            <a:r>
              <a:rPr lang="ko-KR" altLang="en-US" dirty="0"/>
              <a:t>한 달 정도</a:t>
            </a:r>
            <a:r>
              <a:rPr lang="en-US" altLang="ko-KR" dirty="0"/>
              <a:t>) </a:t>
            </a:r>
            <a:r>
              <a:rPr lang="ko-KR" altLang="en-US" dirty="0"/>
              <a:t>걸리긴 하는데</a:t>
            </a:r>
            <a:r>
              <a:rPr lang="en-US" altLang="ko-KR" dirty="0"/>
              <a:t>, AI</a:t>
            </a:r>
            <a:r>
              <a:rPr lang="ko-KR" altLang="en-US" dirty="0"/>
              <a:t>로 글을 쓰면 </a:t>
            </a:r>
            <a:r>
              <a:rPr lang="en-US" altLang="ko-KR" dirty="0"/>
              <a:t>AI</a:t>
            </a:r>
            <a:r>
              <a:rPr lang="ko-KR" altLang="en-US" dirty="0"/>
              <a:t>로 글을 썼다는 게 티가 남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논리적으로는 맞지 않는 상황인데</a:t>
            </a:r>
            <a:r>
              <a:rPr lang="en-US" altLang="ko-KR" dirty="0"/>
              <a:t>, </a:t>
            </a:r>
            <a:r>
              <a:rPr lang="ko-KR" altLang="en-US" dirty="0"/>
              <a:t>그게 </a:t>
            </a:r>
            <a:r>
              <a:rPr lang="en-US" altLang="ko-KR" dirty="0"/>
              <a:t>‘</a:t>
            </a:r>
            <a:r>
              <a:rPr lang="ko-KR" altLang="en-US" dirty="0"/>
              <a:t>감정선</a:t>
            </a:r>
            <a:r>
              <a:rPr lang="en-US" altLang="ko-KR" dirty="0"/>
              <a:t>’</a:t>
            </a:r>
            <a:r>
              <a:rPr lang="ko-KR" altLang="en-US" dirty="0"/>
              <a:t>에서는 맞는 경우가 있는데</a:t>
            </a:r>
            <a:r>
              <a:rPr lang="en-US" altLang="ko-KR" dirty="0"/>
              <a:t>, AI</a:t>
            </a:r>
            <a:r>
              <a:rPr lang="ko-KR" altLang="en-US" dirty="0"/>
              <a:t>로 글을 쓰면 </a:t>
            </a:r>
            <a:r>
              <a:rPr lang="en-US" altLang="ko-KR" dirty="0"/>
              <a:t>‘</a:t>
            </a:r>
            <a:r>
              <a:rPr lang="ko-KR" altLang="en-US" dirty="0"/>
              <a:t>명령</a:t>
            </a:r>
            <a:r>
              <a:rPr lang="en-US" altLang="ko-KR" dirty="0"/>
              <a:t>’</a:t>
            </a:r>
            <a:r>
              <a:rPr lang="ko-KR" altLang="en-US" dirty="0"/>
              <a:t>하지 않는 한 이런 경우가 들어가지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쓴</a:t>
            </a:r>
            <a:r>
              <a:rPr lang="en-US" altLang="ko-KR" dirty="0"/>
              <a:t>, </a:t>
            </a:r>
            <a:r>
              <a:rPr lang="ko-KR" altLang="en-US" dirty="0"/>
              <a:t>우리가 필요한 시대와 시기가 있으면</a:t>
            </a:r>
            <a:r>
              <a:rPr lang="en-US" altLang="ko-KR" dirty="0"/>
              <a:t>, </a:t>
            </a:r>
            <a:r>
              <a:rPr lang="ko-KR" altLang="en-US" dirty="0"/>
              <a:t>그 이전</a:t>
            </a:r>
            <a:r>
              <a:rPr lang="en-US" altLang="ko-KR" dirty="0"/>
              <a:t>, </a:t>
            </a:r>
            <a:r>
              <a:rPr lang="ko-KR" altLang="en-US" dirty="0"/>
              <a:t>이후의 역사는 있는 척만 해라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연대기표로 </a:t>
            </a:r>
            <a:r>
              <a:rPr lang="en-US" altLang="ko-KR" dirty="0"/>
              <a:t>‘</a:t>
            </a:r>
            <a:r>
              <a:rPr lang="ko-KR" altLang="en-US" dirty="0"/>
              <a:t>소재</a:t>
            </a:r>
            <a:r>
              <a:rPr lang="en-US" altLang="ko-KR" dirty="0"/>
              <a:t>’</a:t>
            </a:r>
            <a:r>
              <a:rPr lang="ko-KR" altLang="en-US" dirty="0"/>
              <a:t>와 큰 사건만 가져와서 써주면 그게 가능하다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연대기표에 커다란 사건들을 </a:t>
            </a:r>
            <a:r>
              <a:rPr lang="ko-KR" altLang="en-US" dirty="0" err="1"/>
              <a:t>배열하서</a:t>
            </a:r>
            <a:r>
              <a:rPr lang="en-US" altLang="ko-KR" dirty="0"/>
              <a:t>, </a:t>
            </a:r>
            <a:r>
              <a:rPr lang="ko-KR" altLang="en-US" dirty="0"/>
              <a:t>그 사건들의 소재들만 가지고 나오면 되는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역사를 쓸 거면</a:t>
            </a:r>
            <a:r>
              <a:rPr lang="en-US" altLang="ko-KR" dirty="0"/>
              <a:t>, </a:t>
            </a:r>
            <a:r>
              <a:rPr lang="ko-KR" altLang="en-US" dirty="0"/>
              <a:t>작은 것부터 </a:t>
            </a:r>
            <a:r>
              <a:rPr lang="ko-KR" altLang="en-US" dirty="0" err="1"/>
              <a:t>써놓으면</a:t>
            </a:r>
            <a:r>
              <a:rPr lang="en-US" altLang="ko-KR" dirty="0"/>
              <a:t>, </a:t>
            </a:r>
            <a:r>
              <a:rPr lang="ko-KR" altLang="en-US" dirty="0"/>
              <a:t>그게 나중에는 필요하고 그게 역사의 일부로 작용할 수 있을 것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507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A5B45-8EAF-8A4B-17B1-3AF902EC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2A0F7-A96C-A33B-C661-39CCDB1B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주관</a:t>
            </a:r>
            <a:r>
              <a:rPr lang="en-US" altLang="ko-KR" dirty="0"/>
              <a:t>. </a:t>
            </a:r>
            <a:r>
              <a:rPr lang="ko-KR" altLang="en-US" dirty="0"/>
              <a:t>감정 </a:t>
            </a:r>
            <a:r>
              <a:rPr lang="en-US" altLang="ko-KR" dirty="0"/>
              <a:t>/ </a:t>
            </a:r>
            <a:r>
              <a:rPr lang="ko-KR" altLang="en-US" dirty="0"/>
              <a:t>감성</a:t>
            </a:r>
            <a:endParaRPr lang="en-US" altLang="ko-KR" dirty="0"/>
          </a:p>
          <a:p>
            <a:r>
              <a:rPr lang="ko-KR" altLang="en-US" dirty="0"/>
              <a:t>노래 가사</a:t>
            </a:r>
            <a:r>
              <a:rPr lang="en-US" altLang="ko-KR" dirty="0"/>
              <a:t>. </a:t>
            </a:r>
            <a:r>
              <a:rPr lang="ko-KR" altLang="en-US" dirty="0"/>
              <a:t>음유 시인</a:t>
            </a:r>
            <a:endParaRPr lang="en-US" altLang="ko-KR" dirty="0"/>
          </a:p>
          <a:p>
            <a:r>
              <a:rPr lang="ko-KR" altLang="en-US" dirty="0"/>
              <a:t>스킬 대사</a:t>
            </a:r>
          </a:p>
        </p:txBody>
      </p:sp>
    </p:spTree>
    <p:extLst>
      <p:ext uri="{BB962C8B-B14F-4D97-AF65-F5344CB8AC3E}">
        <p14:creationId xmlns:p14="http://schemas.microsoft.com/office/powerpoint/2010/main" val="107048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2C2B9-B3E6-3EC7-3ABE-2ADFAE51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 중심의 시나리오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E2BEFE-73FB-7DA9-0818-D2F270CC9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캐릭터를 하나 제대로 </a:t>
            </a:r>
            <a:r>
              <a:rPr lang="ko-KR" altLang="en-US" dirty="0" err="1"/>
              <a:t>만들어놓으면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캐릭터라는 </a:t>
            </a:r>
            <a:r>
              <a:rPr lang="en-US" altLang="ko-KR" dirty="0"/>
              <a:t>‘</a:t>
            </a:r>
            <a:r>
              <a:rPr lang="ko-KR" altLang="en-US" dirty="0" err="1"/>
              <a:t>장기말</a:t>
            </a:r>
            <a:r>
              <a:rPr lang="en-US" altLang="ko-KR" dirty="0"/>
              <a:t>’</a:t>
            </a:r>
            <a:r>
              <a:rPr lang="ko-KR" altLang="en-US" dirty="0"/>
              <a:t>들이</a:t>
            </a:r>
            <a:r>
              <a:rPr lang="en-US" altLang="ko-KR" dirty="0"/>
              <a:t>, </a:t>
            </a:r>
            <a:r>
              <a:rPr lang="ko-KR" altLang="en-US" dirty="0"/>
              <a:t>누가 누구를 언제 </a:t>
            </a:r>
            <a:r>
              <a:rPr lang="ko-KR" altLang="en-US" dirty="0" err="1"/>
              <a:t>만나느냐에</a:t>
            </a:r>
            <a:r>
              <a:rPr lang="ko-KR" altLang="en-US" dirty="0"/>
              <a:t> 따라서</a:t>
            </a:r>
            <a:br>
              <a:rPr lang="en-US" altLang="ko-KR" dirty="0"/>
            </a:br>
            <a:r>
              <a:rPr lang="ko-KR" altLang="en-US" dirty="0"/>
              <a:t>다른 이야기들이 만들어진다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글을 쓰기 전에</a:t>
            </a:r>
            <a:r>
              <a:rPr lang="en-US" altLang="ko-KR" dirty="0"/>
              <a:t>, </a:t>
            </a:r>
            <a:r>
              <a:rPr lang="ko-KR" altLang="en-US" dirty="0"/>
              <a:t>이 캐릭터와 이 캐릭터의 만남에서 어떤 사건들이 일어나는 지에 대해 </a:t>
            </a:r>
            <a:r>
              <a:rPr lang="en-US" altLang="ko-KR" dirty="0"/>
              <a:t>‘</a:t>
            </a:r>
            <a:r>
              <a:rPr lang="ko-KR" altLang="en-US" dirty="0"/>
              <a:t>상상을 많이 해야 한다</a:t>
            </a:r>
            <a:r>
              <a:rPr lang="en-US" altLang="ko-KR" dirty="0"/>
              <a:t>.’</a:t>
            </a:r>
          </a:p>
          <a:p>
            <a:r>
              <a:rPr lang="ko-KR" altLang="en-US" dirty="0"/>
              <a:t>연대기표를 써서 그 연대기 위에 캐릭터들을 미리 배치해놓고</a:t>
            </a:r>
            <a:r>
              <a:rPr lang="en-US" altLang="ko-KR" dirty="0"/>
              <a:t>, </a:t>
            </a:r>
            <a:r>
              <a:rPr lang="ko-KR" altLang="en-US" dirty="0"/>
              <a:t>그 다음에 글을 써야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이게 어렵긴 하지만</a:t>
            </a:r>
            <a:r>
              <a:rPr lang="en-US" altLang="ko-KR" dirty="0"/>
              <a:t>, </a:t>
            </a:r>
            <a:r>
              <a:rPr lang="ko-KR" altLang="en-US" dirty="0"/>
              <a:t>이렇게 </a:t>
            </a:r>
            <a:r>
              <a:rPr lang="ko-KR" altLang="en-US" dirty="0" err="1"/>
              <a:t>해놓아야</a:t>
            </a:r>
            <a:r>
              <a:rPr lang="ko-KR" altLang="en-US" dirty="0"/>
              <a:t> 완성도 높은 이야기가 만들어진다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891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1931D-1A0A-829E-0B55-3597A95A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사회 </a:t>
            </a:r>
            <a:r>
              <a:rPr lang="en-US" altLang="ko-KR" sz="3200" b="1" dirty="0"/>
              <a:t>= </a:t>
            </a:r>
            <a:r>
              <a:rPr lang="ko-KR" altLang="en-US" sz="3200" b="1" dirty="0"/>
              <a:t>시스템</a:t>
            </a:r>
            <a:r>
              <a:rPr lang="ko-KR" altLang="en-US" sz="3200" dirty="0"/>
              <a:t>으로 조정되는 동적이거나 정적인 이야기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C0E8A6-2146-B5DE-A810-1FBEDBF95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속에서 고객이 개인적으로 경험한 이야기</a:t>
            </a:r>
            <a:r>
              <a:rPr lang="en-US" altLang="ko-KR" dirty="0"/>
              <a:t>, </a:t>
            </a:r>
            <a:r>
              <a:rPr lang="ko-KR" altLang="en-US" dirty="0"/>
              <a:t>경험하기 위한 여러 가지 자극들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게임 상에서 </a:t>
            </a:r>
            <a:r>
              <a:rPr lang="en-US" altLang="ko-KR" dirty="0"/>
              <a:t>‘</a:t>
            </a:r>
            <a:r>
              <a:rPr lang="ko-KR" altLang="en-US" dirty="0"/>
              <a:t>보상 요소</a:t>
            </a:r>
            <a:r>
              <a:rPr lang="en-US" altLang="ko-KR" dirty="0"/>
              <a:t>’</a:t>
            </a:r>
            <a:r>
              <a:rPr lang="ko-KR" altLang="en-US" dirty="0"/>
              <a:t>로 그 자극들을 아이템이나 무기</a:t>
            </a:r>
            <a:r>
              <a:rPr lang="en-US" altLang="ko-KR" dirty="0"/>
              <a:t>, </a:t>
            </a:r>
            <a:r>
              <a:rPr lang="ko-KR" altLang="en-US" dirty="0"/>
              <a:t>코스튬 등으로 얻을 수도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5261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30C5E-A997-AB11-6F13-2E14A18A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스토리보드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시각적인 글쓰기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33061-5833-4388-DCF2-6BC23B8B3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이야기의 시각화</a:t>
            </a:r>
            <a:endParaRPr lang="en-US" altLang="ko-KR" dirty="0"/>
          </a:p>
          <a:p>
            <a:r>
              <a:rPr lang="ko-KR" altLang="en-US" dirty="0"/>
              <a:t>그림을 그린다</a:t>
            </a:r>
            <a:r>
              <a:rPr lang="en-US" altLang="ko-KR" dirty="0"/>
              <a:t>. </a:t>
            </a:r>
            <a:r>
              <a:rPr lang="ko-KR" altLang="en-US" dirty="0"/>
              <a:t>어떤 장면에서</a:t>
            </a:r>
            <a:r>
              <a:rPr lang="en-US" altLang="ko-KR" dirty="0"/>
              <a:t>. </a:t>
            </a:r>
            <a:r>
              <a:rPr lang="ko-KR" altLang="en-US" dirty="0"/>
              <a:t>인물이 어디를 보고 있는 지</a:t>
            </a:r>
            <a:r>
              <a:rPr lang="en-US" altLang="ko-KR" dirty="0"/>
              <a:t>. </a:t>
            </a:r>
            <a:r>
              <a:rPr lang="ko-KR" altLang="en-US" dirty="0"/>
              <a:t>뭘 하고 있는 지</a:t>
            </a:r>
            <a:r>
              <a:rPr lang="en-US" altLang="ko-KR" dirty="0"/>
              <a:t>. </a:t>
            </a:r>
            <a:r>
              <a:rPr lang="ko-KR" altLang="en-US" dirty="0"/>
              <a:t>주변 환경은 어떤 지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그 장면에서 필요한 </a:t>
            </a:r>
            <a:r>
              <a:rPr lang="en-US" altLang="ko-KR" dirty="0"/>
              <a:t>‘</a:t>
            </a:r>
            <a:r>
              <a:rPr lang="ko-KR" altLang="en-US" dirty="0"/>
              <a:t>명령</a:t>
            </a:r>
            <a:r>
              <a:rPr lang="en-US" altLang="ko-KR" dirty="0"/>
              <a:t>(</a:t>
            </a:r>
            <a:r>
              <a:rPr lang="ko-KR" altLang="en-US" dirty="0"/>
              <a:t>기본 정보</a:t>
            </a:r>
            <a:r>
              <a:rPr lang="en-US" altLang="ko-KR" dirty="0"/>
              <a:t>)’</a:t>
            </a:r>
            <a:r>
              <a:rPr lang="ko-KR" altLang="en-US" dirty="0"/>
              <a:t>들이 </a:t>
            </a:r>
            <a:r>
              <a:rPr lang="ko-KR" altLang="en-US" dirty="0" err="1"/>
              <a:t>적혀있다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그림들의 연속</a:t>
            </a:r>
            <a:endParaRPr lang="en-US" altLang="ko-KR" dirty="0"/>
          </a:p>
          <a:p>
            <a:r>
              <a:rPr lang="ko-KR" altLang="en-US" dirty="0"/>
              <a:t>할리우드에는 전문 스토리보드 작가가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요즘에는 </a:t>
            </a:r>
            <a:r>
              <a:rPr lang="en-US" altLang="ko-KR" dirty="0"/>
              <a:t>AI</a:t>
            </a:r>
            <a:r>
              <a:rPr lang="ko-KR" altLang="en-US" dirty="0"/>
              <a:t>가 있어서 그림을 그리지 못하는 사람도 스토리보드를 </a:t>
            </a:r>
            <a:r>
              <a:rPr lang="en-US" altLang="ko-KR" dirty="0"/>
              <a:t>‘</a:t>
            </a:r>
            <a:r>
              <a:rPr lang="ko-KR" altLang="en-US" dirty="0"/>
              <a:t>투자자를 설득할 수 있는 전문적인 스토리보드</a:t>
            </a:r>
            <a:r>
              <a:rPr lang="en-US" altLang="ko-KR" dirty="0"/>
              <a:t>’</a:t>
            </a:r>
            <a:r>
              <a:rPr lang="ko-KR" altLang="en-US" dirty="0"/>
              <a:t>로 그릴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콘티 </a:t>
            </a:r>
            <a:r>
              <a:rPr lang="en-US" altLang="ko-KR" dirty="0"/>
              <a:t>= </a:t>
            </a:r>
            <a:r>
              <a:rPr lang="ko-KR" altLang="en-US" dirty="0"/>
              <a:t>현장에서 사용하는 작업 지시서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4497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410B8-53EB-1CCB-DD87-2412C87F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러프 보드와 프레젠테이션 보드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B2B26-E5E8-D470-E5C7-F7A9A476B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러프 보드 </a:t>
            </a:r>
            <a:r>
              <a:rPr lang="en-US" altLang="ko-KR" dirty="0"/>
              <a:t>=&gt; </a:t>
            </a:r>
            <a:r>
              <a:rPr lang="ko-KR" altLang="en-US" dirty="0"/>
              <a:t>그림을 못 그리는 감독 등이 그린 스토리보드</a:t>
            </a:r>
            <a:endParaRPr lang="en-US" altLang="ko-KR" dirty="0"/>
          </a:p>
          <a:p>
            <a:r>
              <a:rPr lang="ko-KR" altLang="en-US" dirty="0"/>
              <a:t>프레젠테이션 보드 </a:t>
            </a:r>
            <a:r>
              <a:rPr lang="en-US" altLang="ko-KR" dirty="0"/>
              <a:t>=&gt; </a:t>
            </a:r>
            <a:r>
              <a:rPr lang="ko-KR" altLang="en-US" dirty="0"/>
              <a:t>러프 보드를 보고</a:t>
            </a:r>
            <a:r>
              <a:rPr lang="en-US" altLang="ko-KR" dirty="0"/>
              <a:t>, </a:t>
            </a:r>
            <a:r>
              <a:rPr lang="ko-KR" altLang="en-US" dirty="0"/>
              <a:t>투자자를 설득할 수 있는 수준으로 그린 스토리보드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613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305ED-74B1-1551-14B9-6240DBF4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스토리보드에 </a:t>
            </a:r>
            <a:r>
              <a:rPr lang="en-US" altLang="ko-KR" b="1" dirty="0"/>
              <a:t>‘</a:t>
            </a:r>
            <a:r>
              <a:rPr lang="ko-KR" altLang="en-US" b="1" dirty="0"/>
              <a:t>의도</a:t>
            </a:r>
            <a:r>
              <a:rPr lang="en-US" altLang="ko-KR" b="1" dirty="0"/>
              <a:t>’</a:t>
            </a:r>
            <a:r>
              <a:rPr lang="ko-KR" altLang="en-US" dirty="0"/>
              <a:t>를 넣는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7F6F26-2D5D-9418-D04D-C74BCF28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미쟝센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b="1" dirty="0"/>
              <a:t>시각적인 정보의</a:t>
            </a:r>
            <a:r>
              <a:rPr lang="ko-KR" altLang="en-US" dirty="0"/>
              <a:t> 배열에 </a:t>
            </a:r>
            <a:r>
              <a:rPr lang="en-US" altLang="ko-KR" dirty="0"/>
              <a:t>‘</a:t>
            </a:r>
            <a:r>
              <a:rPr lang="ko-KR" altLang="en-US" b="1" dirty="0"/>
              <a:t>의도</a:t>
            </a:r>
            <a:r>
              <a:rPr lang="en-US" altLang="ko-KR" dirty="0"/>
              <a:t>’</a:t>
            </a:r>
            <a:r>
              <a:rPr lang="ko-KR" altLang="en-US" dirty="0"/>
              <a:t>를 넣는 것</a:t>
            </a:r>
            <a:endParaRPr lang="en-US" altLang="ko-KR" dirty="0"/>
          </a:p>
          <a:p>
            <a:r>
              <a:rPr lang="ko-KR" altLang="en-US" dirty="0"/>
              <a:t>웨이 포인트가 </a:t>
            </a:r>
            <a:r>
              <a:rPr lang="ko-KR" altLang="en-US" dirty="0" err="1"/>
              <a:t>뭘까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상황 </a:t>
            </a:r>
            <a:r>
              <a:rPr lang="en-US" altLang="ko-KR" dirty="0"/>
              <a:t>= </a:t>
            </a:r>
            <a:r>
              <a:rPr lang="ko-KR" altLang="en-US" dirty="0"/>
              <a:t>등장인물 </a:t>
            </a:r>
            <a:r>
              <a:rPr lang="en-US" altLang="ko-KR" dirty="0"/>
              <a:t>+ </a:t>
            </a:r>
            <a:r>
              <a:rPr lang="ko-KR" altLang="en-US" dirty="0"/>
              <a:t>등장무대 </a:t>
            </a:r>
            <a:r>
              <a:rPr lang="en-US" altLang="ko-KR"/>
              <a:t>+ 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651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02BDD-593B-C2B6-6695-7F157869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갑자기 떠오른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7B5CCC-5AB0-085D-11BF-DD9890E0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/>
              <a:t>선의</a:t>
            </a:r>
            <a:r>
              <a:rPr lang="en-US" altLang="ko-KR" dirty="0"/>
              <a:t>’</a:t>
            </a:r>
            <a:r>
              <a:rPr lang="ko-KR" altLang="en-US" dirty="0"/>
              <a:t>를 가지고 공격을 해야</a:t>
            </a:r>
            <a:r>
              <a:rPr lang="en-US" altLang="ko-KR" dirty="0"/>
              <a:t>, </a:t>
            </a:r>
            <a:r>
              <a:rPr lang="ko-KR" altLang="en-US" dirty="0"/>
              <a:t>그 공격이 괴물한테 먹힌다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선의</a:t>
            </a:r>
            <a:r>
              <a:rPr lang="en-US" altLang="ko-KR" dirty="0"/>
              <a:t>’</a:t>
            </a:r>
            <a:r>
              <a:rPr lang="ko-KR" altLang="en-US" dirty="0"/>
              <a:t>가 아닌</a:t>
            </a:r>
            <a:r>
              <a:rPr lang="en-US" altLang="ko-KR" dirty="0"/>
              <a:t>, </a:t>
            </a:r>
            <a:r>
              <a:rPr lang="ko-KR" altLang="en-US" dirty="0"/>
              <a:t>그냥 </a:t>
            </a:r>
            <a:r>
              <a:rPr lang="en-US" altLang="ko-KR" dirty="0"/>
              <a:t>‘</a:t>
            </a:r>
            <a:r>
              <a:rPr lang="ko-KR" altLang="en-US" dirty="0"/>
              <a:t>공격성</a:t>
            </a:r>
            <a:r>
              <a:rPr lang="en-US" altLang="ko-KR" dirty="0"/>
              <a:t>’</a:t>
            </a:r>
            <a:r>
              <a:rPr lang="ko-KR" altLang="en-US" dirty="0"/>
              <a:t>이나 </a:t>
            </a:r>
            <a:r>
              <a:rPr lang="en-US" altLang="ko-KR" dirty="0"/>
              <a:t>‘</a:t>
            </a:r>
            <a:r>
              <a:rPr lang="ko-KR" altLang="en-US" dirty="0"/>
              <a:t>폭력</a:t>
            </a:r>
            <a:r>
              <a:rPr lang="en-US" altLang="ko-KR" dirty="0"/>
              <a:t>’</a:t>
            </a:r>
            <a:r>
              <a:rPr lang="ko-KR" altLang="en-US" dirty="0"/>
              <a:t>의 마음을 가지고 괴물을 공격하면</a:t>
            </a:r>
            <a:r>
              <a:rPr lang="en-US" altLang="ko-KR" dirty="0"/>
              <a:t>, </a:t>
            </a:r>
            <a:r>
              <a:rPr lang="ko-KR" altLang="en-US" dirty="0"/>
              <a:t>괴물한테는 타격을 입힐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440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589</Words>
  <Application>Microsoft Office PowerPoint</Application>
  <PresentationFormat>와이드스크린</PresentationFormat>
  <Paragraphs>58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단의 구성의 역할군 (상황의 기차칸)</vt:lpstr>
      <vt:lpstr>PowerPoint 프레젠테이션</vt:lpstr>
      <vt:lpstr>요즘 시대의 3단 구성</vt:lpstr>
      <vt:lpstr>2단 구성 – 인과적인 구성</vt:lpstr>
      <vt:lpstr>서사적인 글쓰기</vt:lpstr>
      <vt:lpstr>서정 </vt:lpstr>
      <vt:lpstr>캐릭터 중심의 시나리오</vt:lpstr>
      <vt:lpstr>사회 = 시스템으로 조정되는 동적이거나 정적인 이야기</vt:lpstr>
      <vt:lpstr>스토리보드 - 시각적인 글쓰기</vt:lpstr>
      <vt:lpstr>러프 보드와 프레젠테이션 보드</vt:lpstr>
      <vt:lpstr>스토리보드에 ‘의도’를 넣는 것</vt:lpstr>
      <vt:lpstr>갑자기 떠오른 아이디어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2026-04-06T05:00:35Z</dcterms:created>
  <dcterms:modified xsi:type="dcterms:W3CDTF">2026-04-06T06:28:46Z</dcterms:modified>
</cp:coreProperties>
</file>