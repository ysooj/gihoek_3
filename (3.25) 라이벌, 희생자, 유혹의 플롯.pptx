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99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07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8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35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9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9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0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74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3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92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(8) </a:t>
            </a:r>
            <a:r>
              <a:rPr lang="ko-KR" altLang="en-US" smtClean="0"/>
              <a:t>라이벌의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9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(8) </a:t>
            </a:r>
            <a:r>
              <a:rPr lang="ko-KR" altLang="en-US" smtClean="0"/>
              <a:t>희생자의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9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(8) </a:t>
            </a:r>
            <a:r>
              <a:rPr lang="ko-KR" altLang="en-US" smtClean="0"/>
              <a:t>유혹의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70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(8) 라이벌의 플롯</vt:lpstr>
      <vt:lpstr>(8) 희생자의 플롯</vt:lpstr>
      <vt:lpstr>(8) 유혹의 플롯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(8) 라이벌의 플롯</dc:title>
  <dc:creator>FullName</dc:creator>
  <cp:lastModifiedBy>FullName</cp:lastModifiedBy>
  <cp:revision>1</cp:revision>
  <dcterms:created xsi:type="dcterms:W3CDTF">2026-03-25T04:42:20Z</dcterms:created>
  <dcterms:modified xsi:type="dcterms:W3CDTF">2026-03-25T04:42:57Z</dcterms:modified>
</cp:coreProperties>
</file>