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57" y="8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addSld delSld">
      <pc:chgData name="musukie52@gmail.com" userId="017bd91f96aa8751" providerId="LiveId" clId="{5B2C3894-F97E-4CAB-8812-5BB4D83AAC6A}" dt="2026-04-07T04:56:39.208" v="2" actId="47"/>
      <pc:docMkLst>
        <pc:docMk/>
      </pc:docMkLst>
      <pc:sldChg chg="new del">
        <pc:chgData name="musukie52@gmail.com" userId="017bd91f96aa8751" providerId="LiveId" clId="{5B2C3894-F97E-4CAB-8812-5BB4D83AAC6A}" dt="2026-04-07T04:56:39.208" v="2" actId="47"/>
        <pc:sldMkLst>
          <pc:docMk/>
          <pc:sldMk cId="1824299058" sldId="256"/>
        </pc:sldMkLst>
      </pc:sldChg>
      <pc:sldChg chg="new">
        <pc:chgData name="musukie52@gmail.com" userId="017bd91f96aa8751" providerId="LiveId" clId="{5B2C3894-F97E-4CAB-8812-5BB4D83AAC6A}" dt="2026-04-07T04:56:34.757" v="1" actId="680"/>
        <pc:sldMkLst>
          <pc:docMk/>
          <pc:sldMk cId="4069274404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5244F8-1378-D3FE-1D5E-9318D8920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F304CE-AD12-820D-9D7C-E691BEF89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74EF0-8561-C04D-D616-4079AB518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234208-AE92-789A-5F1A-F266113FD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E28D8D-2AF8-FBE3-2F10-146CB934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55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8FFAE-F89C-DBEC-690F-C1BDF27C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A8CC3C-A829-B6DA-DB4A-DD8B7E5AE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5B79F-D30E-9E45-83C5-3C82904B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554D37-ABEA-82BF-863D-0FE65461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8CF5ED-D8D3-1F4E-ACAB-298A74FC4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283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A59C2-3C6D-F045-A0A6-70850F01E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DEC2A1-1891-9A9E-DD31-05A1E86A6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36E1DE-8022-989C-9679-346D4819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22BDF1-DBB4-C610-DC56-76531B54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D0E891-6BE1-052B-4A86-2B1F566C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7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B238B-44AF-5DBA-35A6-9A39D9BF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E1B1C5-C59A-80CF-00C4-79D7C78C4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D23EB1-8112-5C61-91C4-8B83BC13E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2B59F2-C932-E5A3-EE50-EBF5E9650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475CB4-50BD-8FC1-9AC7-F7DAB4F66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B195F6-6F71-7F8E-06C3-C367A7F9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928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7C89D-77F6-AA12-050B-F4E0B5B9B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5E7486-4FA2-8935-B634-28C266F89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1770D4-9366-CE45-1800-B499885BC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DC6BD9-95B6-5150-F5B2-F90608CDB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52B9C3-9888-121A-9F65-36EE511F6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9CF271-CB3D-DDC2-E2C0-9911D91B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C8019EF-62C9-13E3-A3F4-EF59C2DE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5B72F1-11A1-2ACF-05A3-9AF21F9C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27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D5984-0E4C-900A-D872-9E98B08A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4389AD-F69C-3F36-C248-943E3EA3E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BC7873-E423-02FD-3417-6BCB7120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AC17B6-0458-071E-B95F-8C3499E6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C009C64-80B0-3A8F-8947-2126ADEC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4F67E8-D77C-27AA-86B3-11460680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B78DEB-7B66-8C38-3B39-ECB9AADC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879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A8731-8181-0B7F-67A6-C0040E39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A14DF-AD37-CFB4-029A-92BF2DE4C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24DDCC-2012-F009-80B9-27B0FB228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E537AD-AFE0-3E1D-8B42-A0FC6E3CE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F4148C-2FCF-B464-703D-A7F5BC9D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8EE6EF-75C3-E60C-79A8-2F3E5082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769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BF58E-1B4C-F362-132F-5ACD44FE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92DDD4-D653-B9D9-353A-6F41038EED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A9EDC9-2A9A-B6BE-FE80-617A0645E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CEE6CD-C812-9D0D-0A40-E77D43DE9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94C07E-04E5-85CC-9F49-BD9F2A3B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603351-421F-FA05-DB50-C4C583E6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300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7D7196-3B13-48F2-E6AA-E665217F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A779A1-58FB-586D-A66F-F685EB4CE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0F5093-BDF6-4A43-C58A-0E51103DC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1A65E8-7828-4B24-6AFD-9F637231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97CB96-4CDA-176E-3451-D5A4EA07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2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8962AF-A7DB-C172-2812-E7EF1B6C1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F3B366-287B-5C47-0A95-35078B9E2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178B54-7816-1898-524B-0012B4B0D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A8B57F-1F09-F183-00C3-9C7F00E45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EDA3BC-8603-3207-427D-34DB25A9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66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5CF226-B35C-12DB-E444-0C4B7CCB3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F8D96D-76D1-BB75-C9F0-DB518BB41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5C5D32-ACDC-FC47-07F0-7C6E68ACD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2660F-E65D-4AAF-BFBC-88E28FA5989A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1B8391-898F-2B75-1E91-3478111B3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043CFC-E463-6BBC-260D-F219A7795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33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0D85D-00DE-9A6E-A535-9100C2859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40B6A8-9964-106D-4D78-BEC2A581B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274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2026-04-07T04:55:56Z</dcterms:created>
  <dcterms:modified xsi:type="dcterms:W3CDTF">2026-04-07T04:56:43Z</dcterms:modified>
</cp:coreProperties>
</file>