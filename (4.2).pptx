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63" r:id="rId4"/>
    <p:sldId id="264" r:id="rId5"/>
    <p:sldId id="265" r:id="rId6"/>
    <p:sldId id="267" r:id="rId7"/>
    <p:sldId id="269" r:id="rId8"/>
    <p:sldId id="271" r:id="rId9"/>
    <p:sldId id="268" r:id="rId10"/>
    <p:sldId id="270" r:id="rId11"/>
    <p:sldId id="25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A96C-AA12-40D3-AF57-C55F0D692B7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B5D1-246C-46EC-AD0F-6D5177872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128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A96C-AA12-40D3-AF57-C55F0D692B7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B5D1-246C-46EC-AD0F-6D5177872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368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A96C-AA12-40D3-AF57-C55F0D692B7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B5D1-246C-46EC-AD0F-6D5177872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537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A96C-AA12-40D3-AF57-C55F0D692B7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B5D1-246C-46EC-AD0F-6D5177872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962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A96C-AA12-40D3-AF57-C55F0D692B7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B5D1-246C-46EC-AD0F-6D5177872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728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A96C-AA12-40D3-AF57-C55F0D692B7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B5D1-246C-46EC-AD0F-6D5177872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191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A96C-AA12-40D3-AF57-C55F0D692B7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B5D1-246C-46EC-AD0F-6D5177872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983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A96C-AA12-40D3-AF57-C55F0D692B7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B5D1-246C-46EC-AD0F-6D5177872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435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A96C-AA12-40D3-AF57-C55F0D692B7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B5D1-246C-46EC-AD0F-6D5177872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910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A96C-AA12-40D3-AF57-C55F0D692B7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B5D1-246C-46EC-AD0F-6D5177872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485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A96C-AA12-40D3-AF57-C55F0D692B7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BB5D1-246C-46EC-AD0F-6D5177872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83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AA96C-AA12-40D3-AF57-C55F0D692B7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BB5D1-246C-46EC-AD0F-6D5177872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325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우리와 선생님의 </a:t>
            </a:r>
            <a:r>
              <a:rPr lang="en-US" altLang="ko-KR" smtClean="0"/>
              <a:t>storytelling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758" y="1690688"/>
            <a:ext cx="7230484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3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(19) </a:t>
            </a:r>
            <a:r>
              <a:rPr lang="ko-KR" altLang="en-US" smtClean="0"/>
              <a:t>상승의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나쁜 능력으로 시작할 때는</a:t>
            </a:r>
            <a:endParaRPr lang="en-US" altLang="ko-KR" smtClean="0"/>
          </a:p>
          <a:p>
            <a:r>
              <a:rPr lang="ko-KR" altLang="en-US" smtClean="0"/>
              <a:t>멈춰야 할 때 멈추면</a:t>
            </a:r>
            <a:endParaRPr lang="en-US" altLang="ko-KR" smtClean="0"/>
          </a:p>
          <a:p>
            <a:r>
              <a:rPr lang="ko-KR" altLang="en-US" smtClean="0"/>
              <a:t>상승으로 끝난다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멈춰야 할 때 멈추지 않으면</a:t>
            </a:r>
            <a:endParaRPr lang="en-US" altLang="ko-KR" smtClean="0"/>
          </a:p>
          <a:p>
            <a:r>
              <a:rPr lang="ko-KR" altLang="en-US" smtClean="0"/>
              <a:t>몰락으로 가게 됨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453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캐치미 이프 유 캔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나쁜 능력으로 시작한 두 주인공으로 시작</a:t>
            </a:r>
            <a:r>
              <a:rPr lang="en-US" altLang="ko-KR" smtClean="0"/>
              <a:t>. </a:t>
            </a:r>
            <a:r>
              <a:rPr lang="ko-KR" altLang="en-US" smtClean="0"/>
              <a:t>사기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미성년자인 주인공 </a:t>
            </a:r>
            <a:r>
              <a:rPr lang="en-US" altLang="ko-KR" smtClean="0"/>
              <a:t>: </a:t>
            </a:r>
            <a:r>
              <a:rPr lang="ko-KR" altLang="en-US" smtClean="0"/>
              <a:t>위조 수표 </a:t>
            </a:r>
            <a:r>
              <a:rPr lang="en-US" altLang="ko-KR"/>
              <a:t>;</a:t>
            </a:r>
            <a:r>
              <a:rPr lang="en-US" altLang="ko-KR" smtClean="0"/>
              <a:t> </a:t>
            </a:r>
            <a:r>
              <a:rPr lang="ko-KR" altLang="en-US" smtClean="0"/>
              <a:t>대리 교사로 사칭 </a:t>
            </a:r>
            <a:r>
              <a:rPr lang="en-US" altLang="ko-KR" smtClean="0"/>
              <a:t>-&gt; </a:t>
            </a:r>
            <a:r>
              <a:rPr lang="ko-KR" altLang="en-US" smtClean="0"/>
              <a:t>조종사로 사칭 </a:t>
            </a:r>
            <a:r>
              <a:rPr lang="en-US" altLang="ko-KR" smtClean="0"/>
              <a:t>-&gt; </a:t>
            </a:r>
            <a:r>
              <a:rPr lang="ko-KR" altLang="en-US" smtClean="0"/>
              <a:t>의사로 사칭 </a:t>
            </a:r>
            <a:r>
              <a:rPr lang="en-US" altLang="ko-KR" smtClean="0"/>
              <a:t>-&gt; </a:t>
            </a:r>
            <a:r>
              <a:rPr lang="ko-KR" altLang="en-US" smtClean="0"/>
              <a:t>변호사로 사칭 등 연인에게도 거짓말을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결국 들켜서 감옥에 들어갔다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주인공을 잡은 형사가 새로운 위조 수표 사건에서 주인공의 도움을 받음 </a:t>
            </a:r>
            <a:r>
              <a:rPr lang="en-US" altLang="ko-KR" smtClean="0"/>
              <a:t>-&gt; </a:t>
            </a:r>
            <a:r>
              <a:rPr lang="ko-KR" altLang="en-US" smtClean="0"/>
              <a:t>주인공의 능력을 높이 사서 </a:t>
            </a:r>
            <a:r>
              <a:rPr lang="en-US" altLang="ko-KR" smtClean="0"/>
              <a:t>FBI</a:t>
            </a:r>
            <a:r>
              <a:rPr lang="ko-KR" altLang="en-US" smtClean="0"/>
              <a:t>에서 함께 일하게 됨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88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상승의 플롯 </a:t>
            </a:r>
            <a:r>
              <a:rPr lang="en-US" altLang="ko-KR" smtClean="0"/>
              <a:t>– [</a:t>
            </a:r>
            <a:r>
              <a:rPr lang="ko-KR" altLang="en-US" smtClean="0"/>
              <a:t>캐치미 이프 유 캔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어린 시절 </a:t>
            </a:r>
            <a:r>
              <a:rPr lang="en-US" altLang="ko-KR" smtClean="0"/>
              <a:t>: </a:t>
            </a:r>
            <a:r>
              <a:rPr lang="ko-KR" altLang="en-US" smtClean="0"/>
              <a:t>거짓말</a:t>
            </a:r>
            <a:r>
              <a:rPr lang="en-US" altLang="ko-KR" smtClean="0"/>
              <a:t>, </a:t>
            </a:r>
            <a:r>
              <a:rPr lang="ko-KR" altLang="en-US" smtClean="0"/>
              <a:t>엄마의 바람</a:t>
            </a:r>
            <a:r>
              <a:rPr lang="en-US" altLang="ko-KR" smtClean="0"/>
              <a:t>, </a:t>
            </a:r>
            <a:r>
              <a:rPr lang="ko-KR" altLang="en-US" smtClean="0"/>
              <a:t>아빠사업 어려움</a:t>
            </a:r>
            <a:r>
              <a:rPr lang="en-US" altLang="ko-KR" smtClean="0"/>
              <a:t>, </a:t>
            </a:r>
            <a:r>
              <a:rPr lang="ko-KR" altLang="en-US" smtClean="0"/>
              <a:t>부모의 이혼</a:t>
            </a:r>
            <a:endParaRPr lang="en-US" altLang="ko-KR" smtClean="0"/>
          </a:p>
          <a:p>
            <a:r>
              <a:rPr lang="ko-KR" altLang="en-US" smtClean="0"/>
              <a:t>돈이 필요해서 파일럿으로 사칭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=&gt; </a:t>
            </a:r>
            <a:r>
              <a:rPr lang="ko-KR" altLang="en-US" smtClean="0"/>
              <a:t>위조 지폐를 쓰기 위해 </a:t>
            </a:r>
            <a:r>
              <a:rPr lang="en-US" altLang="ko-KR" smtClean="0"/>
              <a:t>; </a:t>
            </a:r>
            <a:r>
              <a:rPr lang="ko-KR" altLang="en-US" smtClean="0"/>
              <a:t>형사사건 범죄자</a:t>
            </a:r>
            <a:r>
              <a:rPr lang="en-US" altLang="ko-KR" smtClean="0"/>
              <a:t>/</a:t>
            </a:r>
            <a:r>
              <a:rPr lang="ko-KR" altLang="en-US" smtClean="0"/>
              <a:t>사형에 준하는 범죄</a:t>
            </a:r>
            <a:endParaRPr lang="en-US" altLang="ko-KR" smtClean="0"/>
          </a:p>
          <a:p>
            <a:r>
              <a:rPr lang="ko-KR" altLang="en-US" smtClean="0"/>
              <a:t>의사 사칭</a:t>
            </a:r>
            <a:r>
              <a:rPr lang="en-US" altLang="ko-KR" smtClean="0"/>
              <a:t>, </a:t>
            </a:r>
            <a:r>
              <a:rPr lang="ko-KR" altLang="en-US" smtClean="0"/>
              <a:t>변호사 시험 합격</a:t>
            </a:r>
            <a:endParaRPr lang="en-US" altLang="ko-KR" smtClean="0"/>
          </a:p>
          <a:p>
            <a:r>
              <a:rPr lang="ko-KR" altLang="en-US" smtClean="0"/>
              <a:t>프랑스에서 화폐 위조 </a:t>
            </a:r>
            <a:r>
              <a:rPr lang="en-US" altLang="ko-KR" smtClean="0"/>
              <a:t>-&gt; FBI</a:t>
            </a:r>
            <a:r>
              <a:rPr lang="ko-KR" altLang="en-US" smtClean="0"/>
              <a:t>의 제안 수락</a:t>
            </a:r>
            <a:r>
              <a:rPr lang="en-US" altLang="ko-KR" smtClean="0"/>
              <a:t>(</a:t>
            </a:r>
            <a:r>
              <a:rPr lang="ko-KR" altLang="en-US" smtClean="0"/>
              <a:t>자수</a:t>
            </a:r>
            <a:r>
              <a:rPr lang="en-US" altLang="ko-KR" smtClean="0"/>
              <a:t>)</a:t>
            </a:r>
            <a:br>
              <a:rPr lang="en-US" altLang="ko-KR" smtClean="0"/>
            </a:br>
            <a:r>
              <a:rPr lang="ko-KR" altLang="en-US" smtClean="0"/>
              <a:t>이를 수락했기 때문에 상승이 될 수 있는 바탕이 마련됨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나쁜 짓을 멈췄기 때문에 상승</a:t>
            </a:r>
            <a:r>
              <a:rPr lang="en-US" altLang="ko-KR" smtClean="0"/>
              <a:t>(</a:t>
            </a:r>
            <a:r>
              <a:rPr lang="ko-KR" altLang="en-US" smtClean="0"/>
              <a:t>평범한 삶</a:t>
            </a:r>
            <a:r>
              <a:rPr lang="en-US" altLang="ko-KR" smtClean="0"/>
              <a:t>)</a:t>
            </a:r>
            <a:r>
              <a:rPr lang="ko-KR" altLang="en-US" smtClean="0"/>
              <a:t>으로 갈 수 있었음</a:t>
            </a:r>
            <a:endParaRPr lang="en-US" altLang="ko-KR" smtClean="0"/>
          </a:p>
          <a:p>
            <a:r>
              <a:rPr lang="ko-KR" altLang="en-US" smtClean="0"/>
              <a:t>조력자</a:t>
            </a:r>
            <a:r>
              <a:rPr lang="en-US" altLang="ko-KR" smtClean="0"/>
              <a:t>(FBI)</a:t>
            </a:r>
            <a:r>
              <a:rPr lang="ko-KR" altLang="en-US" smtClean="0"/>
              <a:t>가 있었으므로 </a:t>
            </a:r>
            <a:r>
              <a:rPr lang="en-US" altLang="ko-KR" smtClean="0"/>
              <a:t>＇</a:t>
            </a:r>
            <a:r>
              <a:rPr lang="ko-KR" altLang="en-US" smtClean="0"/>
              <a:t>상승</a:t>
            </a:r>
            <a:r>
              <a:rPr lang="en-US" altLang="ko-KR" smtClean="0"/>
              <a:t>’</a:t>
            </a:r>
            <a:r>
              <a:rPr lang="ko-KR" altLang="en-US" smtClean="0"/>
              <a:t>이 가능한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658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인과 </a:t>
            </a:r>
            <a:r>
              <a:rPr lang="en-US" altLang="ko-KR" smtClean="0"/>
              <a:t>/ </a:t>
            </a:r>
            <a:r>
              <a:rPr lang="ko-KR" altLang="en-US" smtClean="0"/>
              <a:t>개연성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smtClean="0"/>
              <a:t>FBI </a:t>
            </a:r>
            <a:r>
              <a:rPr lang="ko-KR" altLang="en-US" smtClean="0"/>
              <a:t>형사는 그동안 혼자서 열심히 수사해왔다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성실하고 똑똑한 사람</a:t>
            </a:r>
            <a:endParaRPr lang="en-US" altLang="ko-KR" smtClean="0"/>
          </a:p>
          <a:p>
            <a:r>
              <a:rPr lang="ko-KR" altLang="en-US" smtClean="0"/>
              <a:t>같이 수사하는 동료들은 수사에 집중하지 않음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능력은 있으나</a:t>
            </a:r>
            <a:r>
              <a:rPr lang="en-US" altLang="ko-KR" smtClean="0"/>
              <a:t>, </a:t>
            </a:r>
            <a:r>
              <a:rPr lang="ko-KR" altLang="en-US" smtClean="0"/>
              <a:t>그 능력을 나쁜 곳에 쓰는 미성년자인 주인공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이 둘의 모습을 같이 보여줌</a:t>
            </a:r>
            <a:endParaRPr lang="en-US" altLang="ko-KR" smtClean="0"/>
          </a:p>
          <a:p>
            <a:r>
              <a:rPr lang="ko-KR" altLang="en-US" smtClean="0"/>
              <a:t>크리스마스에 주인공이 형사에게 전화 </a:t>
            </a:r>
            <a:r>
              <a:rPr lang="en-US" altLang="ko-KR" smtClean="0"/>
              <a:t>=&gt; </a:t>
            </a:r>
            <a:r>
              <a:rPr lang="ko-KR" altLang="en-US" smtClean="0"/>
              <a:t>둘의 이어짐을 보여줌</a:t>
            </a:r>
            <a:endParaRPr lang="en-US" altLang="ko-KR" smtClean="0"/>
          </a:p>
          <a:p>
            <a:r>
              <a:rPr lang="ko-KR" altLang="en-US" smtClean="0"/>
              <a:t>상승의 플롯으로 가기 위한 배경</a:t>
            </a:r>
            <a:endParaRPr lang="en-US" altLang="ko-KR" smtClean="0"/>
          </a:p>
          <a:p>
            <a:r>
              <a:rPr lang="ko-KR" altLang="en-US" smtClean="0"/>
              <a:t>나쁜 곳에 능력을 쓰는 것을 멈춤 </a:t>
            </a:r>
            <a:r>
              <a:rPr lang="en-US" altLang="ko-KR" smtClean="0"/>
              <a:t>-&gt; </a:t>
            </a:r>
            <a:r>
              <a:rPr lang="ko-KR" altLang="en-US" smtClean="0"/>
              <a:t>상승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몰락의 플롯 </a:t>
            </a:r>
            <a:r>
              <a:rPr lang="en-US" altLang="ko-KR" smtClean="0"/>
              <a:t>: </a:t>
            </a:r>
            <a:r>
              <a:rPr lang="ko-KR" altLang="en-US" smtClean="0"/>
              <a:t>끝은 죽음</a:t>
            </a:r>
            <a:r>
              <a:rPr lang="en-US" altLang="ko-KR" smtClean="0"/>
              <a:t>. </a:t>
            </a:r>
            <a:r>
              <a:rPr lang="ko-KR" altLang="en-US" smtClean="0"/>
              <a:t>주변 인물들이 그만두라고 해도 나쁜 곳에 능력을 쓰는 것을 멈추지 않기 때문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735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좋은 능력으로 시작한 상승</a:t>
            </a:r>
            <a:r>
              <a:rPr lang="en-US" altLang="ko-KR" smtClean="0"/>
              <a:t>/</a:t>
            </a:r>
            <a:r>
              <a:rPr lang="ko-KR" altLang="en-US" smtClean="0"/>
              <a:t>몰락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상황 </a:t>
            </a:r>
            <a:r>
              <a:rPr lang="en-US" altLang="ko-KR" smtClean="0"/>
              <a:t>: </a:t>
            </a:r>
            <a:r>
              <a:rPr lang="ko-KR" altLang="en-US" smtClean="0"/>
              <a:t>해외 이사장으로 가기를 추천하는 회사</a:t>
            </a:r>
            <a:r>
              <a:rPr lang="en-US" altLang="ko-KR" smtClean="0"/>
              <a:t>. </a:t>
            </a:r>
            <a:r>
              <a:rPr lang="ko-KR" altLang="en-US" smtClean="0"/>
              <a:t>가족들은 여기에 머물기를 희망</a:t>
            </a:r>
            <a:r>
              <a:rPr lang="en-US" altLang="ko-KR" smtClean="0"/>
              <a:t>. </a:t>
            </a:r>
            <a:r>
              <a:rPr lang="ko-KR" altLang="en-US" smtClean="0"/>
              <a:t>남편은 아내가 해외로 가면 이혼하자고 제안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상승 </a:t>
            </a:r>
            <a:r>
              <a:rPr lang="en-US" altLang="ko-KR" smtClean="0"/>
              <a:t>: </a:t>
            </a:r>
            <a:r>
              <a:rPr lang="ko-KR" altLang="en-US" smtClean="0"/>
              <a:t>해외 이사장 발령을 거절</a:t>
            </a:r>
            <a:r>
              <a:rPr lang="en-US" altLang="ko-KR" smtClean="0"/>
              <a:t>. </a:t>
            </a:r>
            <a:r>
              <a:rPr lang="ko-KR" altLang="en-US" smtClean="0"/>
              <a:t>회사에서 짤림</a:t>
            </a:r>
            <a:r>
              <a:rPr lang="en-US" altLang="ko-KR" smtClean="0"/>
              <a:t>. </a:t>
            </a:r>
            <a:r>
              <a:rPr lang="ko-KR" altLang="en-US" smtClean="0"/>
              <a:t>그러나 가족들과 행복한 삶을 살아감</a:t>
            </a:r>
            <a:endParaRPr lang="en-US" altLang="ko-KR" smtClean="0"/>
          </a:p>
          <a:p>
            <a:r>
              <a:rPr lang="ko-KR" altLang="en-US" smtClean="0"/>
              <a:t>몰락 </a:t>
            </a:r>
            <a:r>
              <a:rPr lang="en-US" altLang="ko-KR" smtClean="0"/>
              <a:t>: </a:t>
            </a:r>
            <a:r>
              <a:rPr lang="ko-KR" altLang="en-US" smtClean="0"/>
              <a:t>이혼 후 해외로 감</a:t>
            </a:r>
            <a:r>
              <a:rPr lang="en-US" altLang="ko-KR" smtClean="0"/>
              <a:t>. </a:t>
            </a:r>
            <a:r>
              <a:rPr lang="ko-KR" altLang="en-US" smtClean="0"/>
              <a:t>크리스마스에 맨해튼 초고층빌딩 꼭대기 전신 유리창에서 홀로 고독하게 커피를 마심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612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20673"/>
            <a:ext cx="11582400" cy="581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385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글을 쓸 때 불가능한 건 없다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방향만 맞으면 그 소재는 </a:t>
            </a:r>
            <a:r>
              <a:rPr lang="en-US" altLang="ko-KR" smtClean="0"/>
              <a:t>‘</a:t>
            </a:r>
            <a:r>
              <a:rPr lang="ko-KR" altLang="en-US" smtClean="0"/>
              <a:t>안 돼</a:t>
            </a:r>
            <a:r>
              <a:rPr lang="en-US" altLang="ko-KR" smtClean="0"/>
              <a:t>’</a:t>
            </a:r>
            <a:r>
              <a:rPr lang="ko-KR" altLang="en-US" smtClean="0"/>
              <a:t> 라는 건 없다</a:t>
            </a:r>
            <a:r>
              <a:rPr lang="en-US" altLang="ko-KR" smtClean="0"/>
              <a:t>.</a:t>
            </a:r>
          </a:p>
          <a:p>
            <a:r>
              <a:rPr lang="en-US" altLang="ko-KR" smtClean="0">
                <a:solidFill>
                  <a:srgbClr val="FF0000"/>
                </a:solidFill>
              </a:rPr>
              <a:t>‘</a:t>
            </a:r>
            <a:r>
              <a:rPr lang="ko-KR" altLang="en-US" smtClean="0">
                <a:solidFill>
                  <a:srgbClr val="FF0000"/>
                </a:solidFill>
              </a:rPr>
              <a:t>방향성</a:t>
            </a:r>
            <a:r>
              <a:rPr lang="en-US" altLang="ko-KR" smtClean="0">
                <a:solidFill>
                  <a:srgbClr val="FF0000"/>
                </a:solidFill>
              </a:rPr>
              <a:t>’</a:t>
            </a:r>
            <a:r>
              <a:rPr lang="ko-KR" altLang="en-US" smtClean="0"/>
              <a:t>은 중요하다</a:t>
            </a:r>
            <a:r>
              <a:rPr lang="en-US" altLang="ko-KR" smtClean="0"/>
              <a:t>! </a:t>
            </a:r>
            <a:r>
              <a:rPr lang="ko-KR" altLang="en-US" smtClean="0"/>
              <a:t>가장 중요</a:t>
            </a:r>
            <a:r>
              <a:rPr lang="en-US" altLang="ko-KR" smtClean="0"/>
              <a:t>!</a:t>
            </a:r>
          </a:p>
          <a:p>
            <a:r>
              <a:rPr lang="ko-KR" altLang="en-US" smtClean="0"/>
              <a:t>그래서 우리가 플롯을 배우는 것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3337890"/>
            <a:ext cx="7150768" cy="34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831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원라인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smtClean="0"/>
              <a:t>대출이 불가능해서 사기꾼들에게 도움을 받는 주인공</a:t>
            </a:r>
            <a:endParaRPr lang="en-US" altLang="ko-KR" smtClean="0"/>
          </a:p>
          <a:p>
            <a:r>
              <a:rPr lang="ko-KR" altLang="en-US" smtClean="0"/>
              <a:t>그 과정에서 사기꾼들을 사기치는 주인공</a:t>
            </a:r>
            <a:endParaRPr lang="en-US" altLang="ko-KR" smtClean="0"/>
          </a:p>
          <a:p>
            <a:r>
              <a:rPr lang="ko-KR" altLang="en-US" smtClean="0"/>
              <a:t>주인공의 능력을 보고 대장이 그를 끌어들임</a:t>
            </a:r>
            <a:endParaRPr lang="en-US" altLang="ko-KR" smtClean="0"/>
          </a:p>
          <a:p>
            <a:r>
              <a:rPr lang="ko-KR" altLang="en-US" smtClean="0"/>
              <a:t>경찰로 인해 사업이 와해 </a:t>
            </a:r>
            <a:r>
              <a:rPr lang="en-US" altLang="ko-KR" smtClean="0"/>
              <a:t>-&gt; </a:t>
            </a:r>
            <a:r>
              <a:rPr lang="ko-KR" altLang="en-US" smtClean="0"/>
              <a:t>주인공의 독립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주인공과 대립했던 다른 직원도 독립</a:t>
            </a:r>
            <a:endParaRPr lang="en-US" altLang="ko-KR" smtClean="0"/>
          </a:p>
          <a:p>
            <a:r>
              <a:rPr lang="ko-KR" altLang="en-US" smtClean="0"/>
              <a:t>나쁜 짓까지 하던 주인공은</a:t>
            </a:r>
            <a:r>
              <a:rPr lang="en-US" altLang="ko-KR" smtClean="0"/>
              <a:t>, </a:t>
            </a:r>
            <a:r>
              <a:rPr lang="ko-KR" altLang="en-US" smtClean="0"/>
              <a:t>다른 직원에게 털리게 됨</a:t>
            </a:r>
            <a:endParaRPr lang="en-US" altLang="ko-KR" smtClean="0"/>
          </a:p>
          <a:p>
            <a:r>
              <a:rPr lang="ko-KR" altLang="en-US" smtClean="0"/>
              <a:t>다른 직원이 더 나쁜 짓을 함</a:t>
            </a:r>
            <a:endParaRPr lang="en-US" altLang="ko-KR" smtClean="0"/>
          </a:p>
          <a:p>
            <a:r>
              <a:rPr lang="ko-KR" altLang="en-US" smtClean="0"/>
              <a:t>형사와 손잡고 다른 직원을 잡으려고 함</a:t>
            </a:r>
            <a:endParaRPr lang="en-US" altLang="ko-KR" smtClean="0"/>
          </a:p>
          <a:p>
            <a:r>
              <a:rPr lang="ko-KR" altLang="en-US" smtClean="0"/>
              <a:t>다른 직원은 잡고</a:t>
            </a:r>
            <a:r>
              <a:rPr lang="en-US" altLang="ko-KR" smtClean="0"/>
              <a:t>, </a:t>
            </a:r>
            <a:r>
              <a:rPr lang="ko-KR" altLang="en-US" smtClean="0"/>
              <a:t>주인공은 도망감</a:t>
            </a:r>
            <a:endParaRPr lang="en-US" altLang="ko-KR" smtClean="0"/>
          </a:p>
          <a:p>
            <a:r>
              <a:rPr lang="ko-KR" altLang="en-US" smtClean="0"/>
              <a:t>다른 직원에게서 빼앗은 돈을 모두 원래 주인에게 돌려줌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이게 왜 상승</a:t>
            </a:r>
            <a:r>
              <a:rPr lang="en-US" altLang="ko-KR" smtClean="0"/>
              <a:t>? =&gt; </a:t>
            </a:r>
            <a:r>
              <a:rPr lang="ko-KR" altLang="en-US" smtClean="0"/>
              <a:t>초반에는 대출도 안 되던 대학생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                       </a:t>
            </a:r>
            <a:r>
              <a:rPr lang="ko-KR" altLang="en-US" smtClean="0"/>
              <a:t>결말에는 </a:t>
            </a:r>
            <a:r>
              <a:rPr lang="en-US" altLang="ko-KR" smtClean="0"/>
              <a:t>30</a:t>
            </a:r>
            <a:r>
              <a:rPr lang="ko-KR" altLang="en-US" smtClean="0"/>
              <a:t>억 이상을 가지게 됨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4367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갑자기 떠오른 생각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부모는 자식을 가지기 어려운 상황</a:t>
            </a:r>
            <a:endParaRPr lang="en-US" altLang="ko-KR" smtClean="0"/>
          </a:p>
          <a:p>
            <a:r>
              <a:rPr lang="ko-KR" altLang="en-US" smtClean="0"/>
              <a:t>하녀같은 느낌으로 자식이 필요하다고 생각함</a:t>
            </a:r>
            <a:endParaRPr lang="en-US" altLang="ko-KR" smtClean="0"/>
          </a:p>
          <a:p>
            <a:r>
              <a:rPr lang="ko-KR" altLang="en-US" smtClean="0"/>
              <a:t>그래서 주인공 입양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그러다가 친자식이 생김</a:t>
            </a:r>
            <a:endParaRPr lang="en-US" altLang="ko-KR" smtClean="0"/>
          </a:p>
          <a:p>
            <a:r>
              <a:rPr lang="ko-KR" altLang="en-US" smtClean="0"/>
              <a:t>친자식에 사랑을 느낌</a:t>
            </a:r>
            <a:endParaRPr lang="en-US" altLang="ko-KR" smtClean="0"/>
          </a:p>
          <a:p>
            <a:r>
              <a:rPr lang="ko-KR" altLang="en-US" smtClean="0"/>
              <a:t>주인공은 여전히 하녀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486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073" y="299601"/>
            <a:ext cx="8087854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34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270</Words>
  <Application>Microsoft Office PowerPoint</Application>
  <PresentationFormat>와이드스크린</PresentationFormat>
  <Paragraphs>60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우리와 선생님의 storytelling</vt:lpstr>
      <vt:lpstr>(19) 상승의 플롯</vt:lpstr>
      <vt:lpstr>[캐치미 이프 유 캔]</vt:lpstr>
      <vt:lpstr>상승의 플롯 – [캐치미 이프 유 캔]</vt:lpstr>
      <vt:lpstr>인과 / 개연성</vt:lpstr>
      <vt:lpstr>좋은 능력으로 시작한 상승/몰락</vt:lpstr>
      <vt:lpstr>PowerPoint 프레젠테이션</vt:lpstr>
      <vt:lpstr>글을 쓸 때 불가능한 건 없다.</vt:lpstr>
      <vt:lpstr>[원라인]</vt:lpstr>
      <vt:lpstr>갑자기 떠오른 생각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9</cp:revision>
  <dcterms:created xsi:type="dcterms:W3CDTF">2026-04-02T05:00:44Z</dcterms:created>
  <dcterms:modified xsi:type="dcterms:W3CDTF">2026-04-02T06:55:33Z</dcterms:modified>
</cp:coreProperties>
</file>