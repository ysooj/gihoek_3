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4" r:id="rId3"/>
    <p:sldId id="263" r:id="rId4"/>
    <p:sldId id="265" r:id="rId5"/>
    <p:sldId id="266" r:id="rId6"/>
    <p:sldId id="260" r:id="rId7"/>
    <p:sldId id="258" r:id="rId8"/>
    <p:sldId id="267" r:id="rId9"/>
    <p:sldId id="261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1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2994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007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6888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356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691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2140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5152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490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04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1747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382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70878C-4FD1-4CA2-BC7D-58476C251AE2}" type="datetimeFigureOut">
              <a:rPr lang="ko-KR" altLang="en-US" smtClean="0"/>
              <a:t>2026-03-25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4E4463-66FB-48E0-8878-B5609E48A4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924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(7) </a:t>
            </a:r>
            <a:r>
              <a:rPr lang="ko-KR" altLang="en-US" smtClean="0"/>
              <a:t>수수께끼의 플롯 </a:t>
            </a:r>
            <a:r>
              <a:rPr lang="en-US" altLang="ko-KR" smtClean="0"/>
              <a:t>(2)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범인이든 보물이든</a:t>
            </a:r>
            <a:endParaRPr lang="en-US" altLang="ko-KR" smtClean="0"/>
          </a:p>
          <a:p>
            <a:r>
              <a:rPr lang="ko-KR" altLang="en-US" smtClean="0"/>
              <a:t>찾아야할 대상에 대한 정보가 여기저기 있다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어디에 있는지</a:t>
            </a:r>
            <a:r>
              <a:rPr lang="en-US" altLang="ko-KR" smtClean="0"/>
              <a:t>, </a:t>
            </a:r>
            <a:r>
              <a:rPr lang="ko-KR" altLang="en-US" smtClean="0"/>
              <a:t>어떻게 찾을 수 있는 지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같은</a:t>
            </a:r>
            <a:r>
              <a:rPr lang="en-US" altLang="ko-KR" smtClean="0"/>
              <a:t>/</a:t>
            </a:r>
            <a:r>
              <a:rPr lang="ko-KR" altLang="en-US" smtClean="0"/>
              <a:t>비슷한 유형의 단서로 여기 저기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/>
              <a:t>[</a:t>
            </a:r>
            <a:r>
              <a:rPr lang="ko-KR" altLang="en-US"/>
              <a:t>양들의 침묵</a:t>
            </a:r>
            <a:r>
              <a:rPr lang="en-US" altLang="ko-KR" smtClean="0"/>
              <a:t>]</a:t>
            </a:r>
          </a:p>
          <a:p>
            <a:r>
              <a:rPr lang="en-US" altLang="ko-KR" smtClean="0"/>
              <a:t>[</a:t>
            </a:r>
            <a:r>
              <a:rPr lang="ko-KR" altLang="en-US" smtClean="0"/>
              <a:t>다빈치코드</a:t>
            </a:r>
            <a:r>
              <a:rPr lang="en-US" altLang="ko-KR" smtClean="0"/>
              <a:t>]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697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(8) </a:t>
            </a:r>
            <a:r>
              <a:rPr lang="ko-KR" altLang="en-US" smtClean="0"/>
              <a:t>라이벌의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ko-KR" altLang="en-US" smtClean="0"/>
              <a:t>재밌다</a:t>
            </a:r>
            <a:r>
              <a:rPr lang="en-US" altLang="ko-KR" smtClean="0"/>
              <a:t>. </a:t>
            </a:r>
            <a:r>
              <a:rPr lang="ko-KR" altLang="en-US" smtClean="0"/>
              <a:t>왜</a:t>
            </a:r>
            <a:r>
              <a:rPr lang="en-US" altLang="ko-KR" smtClean="0"/>
              <a:t>? </a:t>
            </a:r>
            <a:r>
              <a:rPr lang="ko-KR" altLang="en-US" smtClean="0"/>
              <a:t>의미가 되는 존재가 있어서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A</a:t>
            </a:r>
            <a:r>
              <a:rPr lang="ko-KR" altLang="en-US" smtClean="0"/>
              <a:t>와 </a:t>
            </a:r>
            <a:r>
              <a:rPr lang="en-US" altLang="ko-KR" smtClean="0"/>
              <a:t>B</a:t>
            </a:r>
            <a:r>
              <a:rPr lang="ko-KR" altLang="en-US" smtClean="0"/>
              <a:t>가 같은 방향을 바라봐도 된다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But </a:t>
            </a:r>
            <a:r>
              <a:rPr lang="ko-KR" altLang="en-US" smtClean="0"/>
              <a:t>목표가 같아도</a:t>
            </a:r>
            <a:endParaRPr lang="en-US" altLang="ko-KR" smtClean="0"/>
          </a:p>
          <a:p>
            <a:r>
              <a:rPr lang="ko-KR" altLang="en-US" smtClean="0"/>
              <a:t>함께 할 사람</a:t>
            </a:r>
            <a:r>
              <a:rPr lang="en-US" altLang="ko-KR" smtClean="0"/>
              <a:t>, </a:t>
            </a:r>
            <a:r>
              <a:rPr lang="ko-KR" altLang="en-US" smtClean="0"/>
              <a:t>목표로 가는 과정</a:t>
            </a:r>
            <a:r>
              <a:rPr lang="en-US" altLang="ko-KR" smtClean="0"/>
              <a:t>, </a:t>
            </a:r>
            <a:r>
              <a:rPr lang="ko-KR" altLang="en-US" smtClean="0"/>
              <a:t>방법 등이 다르면</a:t>
            </a:r>
            <a:endParaRPr lang="en-US" altLang="ko-KR" smtClean="0"/>
          </a:p>
          <a:p>
            <a:r>
              <a:rPr lang="ko-KR" altLang="en-US" smtClean="0"/>
              <a:t>갈등이 생기고</a:t>
            </a:r>
            <a:r>
              <a:rPr lang="en-US" altLang="ko-KR" smtClean="0"/>
              <a:t>, </a:t>
            </a:r>
            <a:r>
              <a:rPr lang="ko-KR" altLang="en-US" smtClean="0"/>
              <a:t>다투게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서로 의미가 되게 다툰다</a:t>
            </a:r>
            <a:r>
              <a:rPr lang="en-US" altLang="ko-KR" smtClean="0"/>
              <a:t>. =&gt; A</a:t>
            </a:r>
            <a:r>
              <a:rPr lang="ko-KR" altLang="en-US" smtClean="0"/>
              <a:t>와 </a:t>
            </a:r>
            <a:r>
              <a:rPr lang="en-US" altLang="ko-KR" smtClean="0"/>
              <a:t>B </a:t>
            </a:r>
            <a:r>
              <a:rPr lang="ko-KR" altLang="en-US" smtClean="0"/>
              <a:t>모두 성장하게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성장을 바탕으로 또 다투게 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이것의 반복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b="1" smtClean="0"/>
              <a:t>다툼 속에서 의미있는 성장을 동반해야 한다</a:t>
            </a:r>
            <a:r>
              <a:rPr lang="en-US" altLang="ko-KR" b="1" smtClean="0"/>
              <a:t>.</a:t>
            </a:r>
            <a:r>
              <a:rPr lang="ko-KR" altLang="en-US" b="1" smtClean="0"/>
              <a:t> 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665781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엑스맨</a:t>
            </a:r>
            <a:r>
              <a:rPr lang="en-US" altLang="ko-KR" smtClean="0"/>
              <a:t>] - 4</a:t>
            </a:r>
            <a:r>
              <a:rPr lang="ko-KR" altLang="en-US" smtClean="0"/>
              <a:t>번째 영화 퍼스트 엑스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매그니토 </a:t>
            </a:r>
            <a:r>
              <a:rPr lang="en-US" altLang="ko-KR" smtClean="0"/>
              <a:t>VS </a:t>
            </a:r>
            <a:r>
              <a:rPr lang="ko-KR" altLang="en-US" smtClean="0"/>
              <a:t>프로페서 엑스</a:t>
            </a:r>
            <a:endParaRPr lang="en-US" altLang="ko-KR" smtClean="0"/>
          </a:p>
          <a:p>
            <a:r>
              <a:rPr lang="ko-KR" altLang="en-US" smtClean="0"/>
              <a:t>서로 친구였다</a:t>
            </a:r>
            <a:r>
              <a:rPr lang="en-US" altLang="ko-KR" smtClean="0"/>
              <a:t>. </a:t>
            </a:r>
            <a:r>
              <a:rPr lang="ko-KR" altLang="en-US" smtClean="0"/>
              <a:t>세계 평화를 지향</a:t>
            </a:r>
            <a:endParaRPr lang="en-US" altLang="ko-KR" smtClean="0"/>
          </a:p>
          <a:p>
            <a:r>
              <a:rPr lang="en-US" altLang="ko-KR" smtClean="0"/>
              <a:t>BUT </a:t>
            </a:r>
            <a:r>
              <a:rPr lang="ko-KR" altLang="en-US" smtClean="0"/>
              <a:t>엑스는 인간과 함께하는 평화를 지향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매그니토는 능력자들만의 평화를 지향</a:t>
            </a:r>
            <a:endParaRPr lang="en-US" altLang="ko-KR" smtClean="0"/>
          </a:p>
          <a:p>
            <a:r>
              <a:rPr lang="ko-KR" altLang="en-US" smtClean="0"/>
              <a:t>여기서 갈등이 발생</a:t>
            </a:r>
            <a:endParaRPr lang="en-US" altLang="ko-KR" smtClean="0"/>
          </a:p>
          <a:p>
            <a:r>
              <a:rPr lang="ko-KR" altLang="en-US" smtClean="0"/>
              <a:t>매 시리즈마다 이 둘은 다툼을 하게 되고 서로 성장하게 된다</a:t>
            </a:r>
            <a:r>
              <a:rPr lang="en-US" altLang="ko-KR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53857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은하영웅전설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65747" y="1825625"/>
            <a:ext cx="10860506" cy="4351338"/>
          </a:xfrm>
        </p:spPr>
        <p:txBody>
          <a:bodyPr>
            <a:normAutofit lnSpcReduction="10000"/>
          </a:bodyPr>
          <a:lstStyle/>
          <a:p>
            <a:r>
              <a:rPr lang="ko-KR" altLang="en-US" smtClean="0"/>
              <a:t>양 웬리 </a:t>
            </a:r>
            <a:r>
              <a:rPr lang="en-US" altLang="ko-KR" smtClean="0"/>
              <a:t>VS </a:t>
            </a:r>
            <a:r>
              <a:rPr lang="ko-KR" altLang="en-US" smtClean="0"/>
              <a:t>라인하르트</a:t>
            </a:r>
            <a:endParaRPr lang="en-US" altLang="ko-KR" smtClean="0"/>
          </a:p>
          <a:p>
            <a:r>
              <a:rPr lang="ko-KR" altLang="en-US" smtClean="0"/>
              <a:t>서로 다른 은하계에 두 영웅이 존재한다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 둘이 젊은 시절에 만나서 서로의 힘을 알아보게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라인하르트 </a:t>
            </a:r>
            <a:r>
              <a:rPr lang="en-US" altLang="ko-KR" smtClean="0"/>
              <a:t>: </a:t>
            </a:r>
            <a:r>
              <a:rPr lang="ko-KR" altLang="en-US" smtClean="0"/>
              <a:t>몰락한 귀족 가문</a:t>
            </a:r>
            <a:r>
              <a:rPr lang="en-US" altLang="ko-KR" smtClean="0"/>
              <a:t>. </a:t>
            </a:r>
            <a:r>
              <a:rPr lang="ko-KR" altLang="en-US" smtClean="0"/>
              <a:t>친누나가 황제에게 첩으로 팔려감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이런 트라우마가 독재</a:t>
            </a:r>
            <a:r>
              <a:rPr lang="en-US" altLang="ko-KR" smtClean="0"/>
              <a:t>. </a:t>
            </a:r>
            <a:r>
              <a:rPr lang="ko-KR" altLang="en-US" smtClean="0"/>
              <a:t>전체주의의 황제가 되기를 원한다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양 웬리 </a:t>
            </a:r>
            <a:r>
              <a:rPr lang="en-US" altLang="ko-KR" smtClean="0"/>
              <a:t>: </a:t>
            </a:r>
            <a:r>
              <a:rPr lang="ko-KR" altLang="en-US" smtClean="0"/>
              <a:t>직업 군인</a:t>
            </a:r>
            <a:r>
              <a:rPr lang="en-US" altLang="ko-KR" smtClean="0"/>
              <a:t>. </a:t>
            </a:r>
            <a:r>
              <a:rPr lang="ko-KR" altLang="en-US" smtClean="0"/>
              <a:t>전쟁이 일어나지 않는 게</a:t>
            </a:r>
            <a:r>
              <a:rPr lang="en-US" altLang="ko-KR" smtClean="0"/>
              <a:t>, </a:t>
            </a:r>
            <a:r>
              <a:rPr lang="ko-KR" altLang="en-US" smtClean="0"/>
              <a:t>일어났다면 사람이 죽지 않는 게 가장 좋다고 생각한다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대통령 제안을 거절하고 한 사람의 시민으로 남기를 원한다</a:t>
            </a:r>
            <a:r>
              <a:rPr lang="en-US" altLang="ko-KR" smtClean="0"/>
              <a:t>.</a:t>
            </a:r>
            <a:endParaRPr lang="en-US" altLang="ko-KR"/>
          </a:p>
          <a:p>
            <a:r>
              <a:rPr lang="ko-KR" altLang="en-US" smtClean="0"/>
              <a:t>전쟁에서 이 둘은 서로 싸우면서 성장한다</a:t>
            </a:r>
            <a:r>
              <a:rPr lang="en-US" altLang="ko-KR" smtClean="0"/>
              <a:t>.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3200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히어로</a:t>
            </a:r>
            <a:r>
              <a:rPr lang="en-US" altLang="ko-KR" smtClean="0"/>
              <a:t>] </a:t>
            </a:r>
            <a:r>
              <a:rPr lang="en-US" altLang="ko-KR" sz="2400" smtClean="0"/>
              <a:t>: </a:t>
            </a:r>
            <a:r>
              <a:rPr lang="ko-KR" altLang="en-US" sz="2400" smtClean="0"/>
              <a:t>미국 드라마</a:t>
            </a:r>
            <a:endParaRPr lang="ko-KR" altLang="en-US" sz="24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smtClean="0"/>
              <a:t>남자 보조 간호사 </a:t>
            </a:r>
            <a:r>
              <a:rPr lang="en-US" altLang="ko-KR" smtClean="0"/>
              <a:t>A vs </a:t>
            </a:r>
            <a:r>
              <a:rPr lang="ko-KR" altLang="en-US" smtClean="0"/>
              <a:t>시골 변두리의 시계공 </a:t>
            </a:r>
            <a:r>
              <a:rPr lang="en-US" altLang="ko-KR" smtClean="0"/>
              <a:t>B</a:t>
            </a:r>
          </a:p>
          <a:p>
            <a:r>
              <a:rPr lang="ko-KR" altLang="en-US" smtClean="0"/>
              <a:t>이 둘은 모두 세상이 자신을 알아주기를 바라는 마음을 가진다</a:t>
            </a:r>
            <a:r>
              <a:rPr lang="en-US" altLang="ko-KR" smtClean="0"/>
              <a:t>.</a:t>
            </a:r>
          </a:p>
          <a:p>
            <a:endParaRPr lang="en-US" altLang="ko-KR" smtClean="0"/>
          </a:p>
          <a:p>
            <a:r>
              <a:rPr lang="en-US" altLang="ko-KR" smtClean="0"/>
              <a:t>A</a:t>
            </a:r>
            <a:r>
              <a:rPr lang="ko-KR" altLang="en-US" smtClean="0"/>
              <a:t>가 우연히 영웅</a:t>
            </a:r>
            <a:r>
              <a:rPr lang="en-US" altLang="ko-KR" smtClean="0"/>
              <a:t>(</a:t>
            </a:r>
            <a:r>
              <a:rPr lang="ko-KR" altLang="en-US" smtClean="0"/>
              <a:t>능력자</a:t>
            </a:r>
            <a:r>
              <a:rPr lang="en-US" altLang="ko-KR" smtClean="0"/>
              <a:t>)</a:t>
            </a:r>
            <a:r>
              <a:rPr lang="ko-KR" altLang="en-US" smtClean="0"/>
              <a:t>와 터치하게 되는데</a:t>
            </a:r>
            <a:r>
              <a:rPr lang="en-US" altLang="ko-KR" smtClean="0"/>
              <a:t>, </a:t>
            </a:r>
            <a:r>
              <a:rPr lang="ko-KR" altLang="en-US" smtClean="0"/>
              <a:t>이 때 그 능력자의 능력</a:t>
            </a:r>
            <a:r>
              <a:rPr lang="en-US" altLang="ko-KR" smtClean="0"/>
              <a:t>, </a:t>
            </a:r>
            <a:r>
              <a:rPr lang="ko-KR" altLang="en-US" smtClean="0"/>
              <a:t>복사 능력을 갖게 된다</a:t>
            </a:r>
            <a:r>
              <a:rPr lang="en-US" altLang="ko-KR" smtClean="0"/>
              <a:t>. </a:t>
            </a:r>
            <a:r>
              <a:rPr lang="ko-KR" altLang="en-US" smtClean="0"/>
              <a:t>여정에서 그는 여러 동료들</a:t>
            </a:r>
            <a:r>
              <a:rPr lang="en-US" altLang="ko-KR" smtClean="0"/>
              <a:t>, </a:t>
            </a:r>
            <a:r>
              <a:rPr lang="ko-KR" altLang="en-US" smtClean="0"/>
              <a:t>친구들을 만난다</a:t>
            </a:r>
            <a:r>
              <a:rPr lang="en-US" altLang="ko-KR" smtClean="0"/>
              <a:t>. </a:t>
            </a:r>
            <a:r>
              <a:rPr lang="ko-KR" altLang="en-US" smtClean="0"/>
              <a:t>그는 친구가 많을 수록 강해진다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B</a:t>
            </a:r>
            <a:r>
              <a:rPr lang="ko-KR" altLang="en-US" smtClean="0"/>
              <a:t>는 우연히 초능력자들이 거주하는 곳을 알게 된다</a:t>
            </a:r>
            <a:r>
              <a:rPr lang="en-US" altLang="ko-KR" smtClean="0"/>
              <a:t>. </a:t>
            </a:r>
            <a:r>
              <a:rPr lang="ko-KR" altLang="en-US" smtClean="0"/>
              <a:t>초능력들의 머리를 잘라내 뇌를 관찰해서 능력자들의 능력을 획득하게 된다</a:t>
            </a:r>
            <a:r>
              <a:rPr lang="en-US" altLang="ko-KR" smtClean="0"/>
              <a:t>. B</a:t>
            </a:r>
            <a:r>
              <a:rPr lang="ko-KR" altLang="en-US" smtClean="0"/>
              <a:t>는 능력을 얻을 수록 점점 더 외로워진다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 둘은 서로 다툼 속에서 성장하게 된다</a:t>
            </a:r>
            <a:r>
              <a:rPr lang="en-US" altLang="ko-KR" smtClean="0"/>
              <a:t>. </a:t>
            </a:r>
            <a:r>
              <a:rPr lang="ko-KR" altLang="en-US" smtClean="0"/>
              <a:t>시즌 </a:t>
            </a:r>
            <a:r>
              <a:rPr lang="en-US" altLang="ko-KR" smtClean="0"/>
              <a:t>3</a:t>
            </a:r>
            <a:r>
              <a:rPr lang="ko-KR" altLang="en-US" smtClean="0"/>
              <a:t>까지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2941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335" y="23337"/>
            <a:ext cx="10069330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4666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(9) </a:t>
            </a:r>
            <a:r>
              <a:rPr lang="ko-KR" altLang="en-US" smtClean="0"/>
              <a:t>희생</a:t>
            </a:r>
            <a:r>
              <a:rPr lang="en-US" altLang="ko-KR" smtClean="0"/>
              <a:t>’</a:t>
            </a:r>
            <a:r>
              <a:rPr lang="ko-KR" altLang="en-US" smtClean="0"/>
              <a:t>자</a:t>
            </a:r>
            <a:r>
              <a:rPr lang="en-US" altLang="ko-KR" smtClean="0"/>
              <a:t>’</a:t>
            </a:r>
            <a:r>
              <a:rPr lang="ko-KR" altLang="en-US" smtClean="0"/>
              <a:t>의 플롯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93558" y="1825625"/>
            <a:ext cx="11004884" cy="4351338"/>
          </a:xfrm>
        </p:spPr>
        <p:txBody>
          <a:bodyPr>
            <a:normAutofit/>
          </a:bodyPr>
          <a:lstStyle/>
          <a:p>
            <a:r>
              <a:rPr lang="ko-KR" altLang="en-US" smtClean="0"/>
              <a:t>도입부 </a:t>
            </a:r>
            <a:r>
              <a:rPr lang="en-US" altLang="ko-KR" smtClean="0"/>
              <a:t>: </a:t>
            </a:r>
            <a:r>
              <a:rPr lang="en-US" altLang="ko-KR" b="1" smtClean="0"/>
              <a:t>‘</a:t>
            </a:r>
            <a:r>
              <a:rPr lang="ko-KR" altLang="en-US" b="1" smtClean="0"/>
              <a:t>누가봐도 희생할 사람</a:t>
            </a:r>
            <a:r>
              <a:rPr lang="en-US" altLang="ko-KR" b="1" smtClean="0"/>
              <a:t>’</a:t>
            </a:r>
            <a:r>
              <a:rPr lang="ko-KR" altLang="en-US" smtClean="0"/>
              <a:t>이 나와야 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콩쥐</a:t>
            </a:r>
            <a:r>
              <a:rPr lang="en-US" altLang="ko-KR" smtClean="0"/>
              <a:t>, </a:t>
            </a:r>
            <a:r>
              <a:rPr lang="ko-KR" altLang="en-US" smtClean="0"/>
              <a:t>신데렐라</a:t>
            </a:r>
            <a:r>
              <a:rPr lang="en-US" altLang="ko-KR"/>
              <a:t> </a:t>
            </a:r>
            <a:r>
              <a:rPr lang="ko-KR" altLang="en-US" smtClean="0"/>
              <a:t>등</a:t>
            </a:r>
            <a:endParaRPr lang="en-US" altLang="ko-KR" smtClean="0"/>
          </a:p>
          <a:p>
            <a:r>
              <a:rPr lang="ko-KR" altLang="en-US" smtClean="0"/>
              <a:t>결말 </a:t>
            </a:r>
            <a:r>
              <a:rPr lang="en-US" altLang="ko-KR" smtClean="0"/>
              <a:t>: </a:t>
            </a:r>
            <a:r>
              <a:rPr lang="en-US" altLang="ko-KR" b="1" smtClean="0"/>
              <a:t>‘</a:t>
            </a:r>
            <a:r>
              <a:rPr lang="ko-KR" altLang="en-US" b="1" smtClean="0"/>
              <a:t>그런 이유로 희생</a:t>
            </a:r>
            <a:r>
              <a:rPr lang="en-US" altLang="ko-KR" b="1" smtClean="0"/>
              <a:t>(</a:t>
            </a:r>
            <a:r>
              <a:rPr lang="ko-KR" altLang="en-US" b="1" smtClean="0"/>
              <a:t>해야</a:t>
            </a:r>
            <a:r>
              <a:rPr lang="en-US" altLang="ko-KR" b="1" smtClean="0"/>
              <a:t>) </a:t>
            </a:r>
            <a:r>
              <a:rPr lang="ko-KR" altLang="en-US" b="1" smtClean="0"/>
              <a:t>한다</a:t>
            </a:r>
            <a:r>
              <a:rPr lang="en-US" altLang="ko-KR" b="1" smtClean="0"/>
              <a:t>.’ </a:t>
            </a:r>
            <a:r>
              <a:rPr lang="ko-KR" altLang="en-US" smtClean="0"/>
              <a:t>가 나와야 한다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 smtClean="0"/>
              <a:t>효심</a:t>
            </a:r>
            <a:r>
              <a:rPr lang="en-US" altLang="ko-KR" smtClean="0"/>
              <a:t>, </a:t>
            </a:r>
            <a:r>
              <a:rPr lang="ko-KR" altLang="en-US" smtClean="0"/>
              <a:t>충성심 등의 이유로 희생한다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[</a:t>
            </a:r>
            <a:r>
              <a:rPr lang="ko-KR" altLang="en-US" smtClean="0"/>
              <a:t>잔다르크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신에 대한 믿음으로 희생한다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갈등을 심화시킬 때</a:t>
            </a:r>
            <a:r>
              <a:rPr lang="en-US" altLang="ko-KR" smtClean="0"/>
              <a:t>, </a:t>
            </a:r>
            <a:r>
              <a:rPr lang="ko-KR" altLang="en-US" smtClean="0"/>
              <a:t>그 믿음을 훼손시킨다</a:t>
            </a:r>
            <a:r>
              <a:rPr lang="en-US" altLang="ko-KR" smtClean="0"/>
              <a:t>.</a:t>
            </a:r>
          </a:p>
          <a:p>
            <a:r>
              <a:rPr lang="ko-KR" altLang="en-US" b="1" smtClean="0"/>
              <a:t>잔다르크는 현실적인 사실 </a:t>
            </a:r>
            <a:r>
              <a:rPr lang="en-US" altLang="ko-KR" smtClean="0"/>
              <a:t>VS</a:t>
            </a:r>
            <a:r>
              <a:rPr lang="en-US" altLang="ko-KR" b="1" smtClean="0"/>
              <a:t> </a:t>
            </a:r>
            <a:r>
              <a:rPr lang="ko-KR" altLang="en-US" b="1" smtClean="0"/>
              <a:t>신앙적인 메시지</a:t>
            </a:r>
            <a:r>
              <a:rPr lang="ko-KR" altLang="en-US" smtClean="0"/>
              <a:t> 사이에서 갈등한다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28972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[</a:t>
            </a:r>
            <a:r>
              <a:rPr lang="ko-KR" altLang="en-US" smtClean="0"/>
              <a:t>잔다르크</a:t>
            </a:r>
            <a:r>
              <a:rPr lang="en-US" altLang="ko-KR" smtClean="0"/>
              <a:t>]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도입부 </a:t>
            </a:r>
            <a:r>
              <a:rPr lang="en-US" altLang="ko-KR" smtClean="0"/>
              <a:t>: </a:t>
            </a:r>
            <a:r>
              <a:rPr lang="ko-KR" altLang="en-US" smtClean="0"/>
              <a:t>희생할 사람을 제시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ko-KR" altLang="en-US" smtClean="0"/>
              <a:t>잔다르크는 신앙심이 매우 깊다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잔다르크는 자신의 옆에 신이 함께 있다고 생각하기 때문에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자신의 신념을 지키기위해 죽음도 불사한다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가치를 추구하는 사람은 손해를 보더라도 가치를 추구하기 위해 노력한다</a:t>
            </a:r>
            <a:r>
              <a:rPr lang="en-US" altLang="ko-KR" smtClean="0"/>
              <a:t>.</a:t>
            </a:r>
          </a:p>
          <a:p>
            <a:r>
              <a:rPr lang="ko-KR" altLang="en-US" smtClean="0"/>
              <a:t>이익을 추구하는 사람은 손해를 보기 전에 뒤돌아선다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88412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098" y="-14768"/>
            <a:ext cx="10059804" cy="688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014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플롯을 배우는 이유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대중이 재밌어하는 이야기에 대한</a:t>
            </a:r>
            <a:endParaRPr lang="en-US" altLang="ko-KR" smtClean="0"/>
          </a:p>
          <a:p>
            <a:r>
              <a:rPr lang="ko-KR" altLang="en-US" smtClean="0"/>
              <a:t>선배 작가들의 지침</a:t>
            </a:r>
            <a:r>
              <a:rPr lang="en-US" altLang="ko-KR" smtClean="0"/>
              <a:t>, </a:t>
            </a:r>
            <a:r>
              <a:rPr lang="ko-KR" altLang="en-US" smtClean="0"/>
              <a:t>방향을 알고</a:t>
            </a:r>
            <a:endParaRPr lang="en-US" altLang="ko-KR" smtClean="0"/>
          </a:p>
          <a:p>
            <a:r>
              <a:rPr lang="ko-KR" altLang="en-US" smtClean="0"/>
              <a:t>그에 맞는 이야기를 만들어내기 위해서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900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365</Words>
  <Application>Microsoft Office PowerPoint</Application>
  <PresentationFormat>와이드스크린</PresentationFormat>
  <Paragraphs>64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(7) 수수께끼의 플롯 (2)</vt:lpstr>
      <vt:lpstr>(8) 라이벌의 플롯</vt:lpstr>
      <vt:lpstr>[엑스맨] - 4번째 영화 퍼스트 엑스</vt:lpstr>
      <vt:lpstr>[은하영웅전설]</vt:lpstr>
      <vt:lpstr>[히어로] : 미국 드라마</vt:lpstr>
      <vt:lpstr>PowerPoint 프레젠테이션</vt:lpstr>
      <vt:lpstr>(9) 희생’자’의 플롯</vt:lpstr>
      <vt:lpstr>[잔다르크]</vt:lpstr>
      <vt:lpstr>PowerPoint 프레젠테이션</vt:lpstr>
      <vt:lpstr>플롯을 배우는 이유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(8) 라이벌의 플롯</dc:title>
  <dc:creator>FullName</dc:creator>
  <cp:lastModifiedBy>FullName</cp:lastModifiedBy>
  <cp:revision>15</cp:revision>
  <dcterms:created xsi:type="dcterms:W3CDTF">2026-03-25T04:42:20Z</dcterms:created>
  <dcterms:modified xsi:type="dcterms:W3CDTF">2026-03-25T06:54:08Z</dcterms:modified>
</cp:coreProperties>
</file>