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7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4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0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98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03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5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9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9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32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4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69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04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25C12-4DFD-4562-B778-5818109118F2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DEE43-19C5-4097-A347-E59211AB36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81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84" y="518706"/>
            <a:ext cx="7573432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9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관련 직군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게임디자이너 </a:t>
            </a:r>
            <a:r>
              <a:rPr lang="en-US" altLang="ko-KR" smtClean="0"/>
              <a:t>– </a:t>
            </a:r>
            <a:r>
              <a:rPr lang="ko-KR" altLang="en-US" smtClean="0"/>
              <a:t>그래픽 </a:t>
            </a:r>
            <a:r>
              <a:rPr lang="en-US" altLang="ko-KR" smtClean="0"/>
              <a:t>– </a:t>
            </a:r>
            <a:r>
              <a:rPr lang="ko-KR" altLang="en-US" smtClean="0"/>
              <a:t>프로그래머 </a:t>
            </a:r>
            <a:r>
              <a:rPr lang="en-US" altLang="ko-KR" smtClean="0"/>
              <a:t>– </a:t>
            </a:r>
            <a:r>
              <a:rPr lang="ko-KR" altLang="en-US" smtClean="0"/>
              <a:t>사운드 </a:t>
            </a:r>
            <a:r>
              <a:rPr lang="en-US" altLang="ko-KR" smtClean="0"/>
              <a:t>– QA - PM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22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게임디자이너 수업 </a:t>
            </a:r>
            <a:r>
              <a:rPr lang="en-US" altLang="ko-KR" sz="3200" smtClean="0"/>
              <a:t>(</a:t>
            </a:r>
            <a:r>
              <a:rPr lang="ko-KR" altLang="en-US" sz="3200" smtClean="0"/>
              <a:t>초급 </a:t>
            </a:r>
            <a:r>
              <a:rPr lang="en-US" altLang="ko-KR" sz="3200" smtClean="0"/>
              <a:t>– </a:t>
            </a:r>
            <a:r>
              <a:rPr lang="ko-KR" altLang="en-US" sz="3200" smtClean="0"/>
              <a:t>현업 </a:t>
            </a:r>
            <a:r>
              <a:rPr lang="en-US" altLang="ko-KR" sz="3200" smtClean="0"/>
              <a:t>1~5</a:t>
            </a:r>
            <a:r>
              <a:rPr lang="ko-KR" altLang="en-US" sz="3200" smtClean="0"/>
              <a:t>년차 실무</a:t>
            </a:r>
            <a:r>
              <a:rPr lang="en-US" altLang="ko-KR" sz="3200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시나리오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설정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레벨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퀘스트 </a:t>
            </a:r>
            <a:r>
              <a:rPr lang="en-US" altLang="ko-KR" smtClean="0"/>
              <a:t>– </a:t>
            </a:r>
            <a:r>
              <a:rPr lang="ko-KR" altLang="en-US" smtClean="0"/>
              <a:t>컨텐츠의 리드와 리딩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밸런스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시스템 </a:t>
            </a:r>
            <a:r>
              <a:rPr lang="en-US" altLang="ko-KR" smtClean="0"/>
              <a:t>– </a:t>
            </a:r>
            <a:r>
              <a:rPr lang="ko-KR" altLang="en-US" smtClean="0"/>
              <a:t>컨텐츠간의 유기성</a:t>
            </a:r>
            <a:r>
              <a:rPr lang="en-US" altLang="ko-KR" smtClean="0"/>
              <a:t>, </a:t>
            </a:r>
            <a:r>
              <a:rPr lang="ko-KR" altLang="en-US" smtClean="0"/>
              <a:t>약속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커뮤니티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61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2</a:t>
            </a:r>
            <a:r>
              <a:rPr lang="ko-KR" altLang="en-US" smtClean="0"/>
              <a:t>가지 이상 필요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밸런스 상세 기획서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밸런스를 제외한 나머지 </a:t>
            </a:r>
            <a:r>
              <a:rPr lang="en-US" altLang="ko-KR" smtClean="0"/>
              <a:t>5</a:t>
            </a:r>
            <a:r>
              <a:rPr lang="ko-KR" altLang="en-US" smtClean="0"/>
              <a:t>가지의 실습 결과물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1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875943"/>
            <a:ext cx="756390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7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AI </a:t>
            </a:r>
            <a:r>
              <a:rPr lang="ko-KR" altLang="en-US" smtClean="0"/>
              <a:t>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chatgpt</a:t>
            </a:r>
          </a:p>
          <a:p>
            <a:r>
              <a:rPr lang="ko-KR" altLang="en-US" smtClean="0"/>
              <a:t>미드저니</a:t>
            </a:r>
            <a:endParaRPr lang="en-US" altLang="ko-KR" smtClean="0"/>
          </a:p>
          <a:p>
            <a:r>
              <a:rPr lang="en-US" altLang="ko-KR" smtClean="0"/>
              <a:t>Meshy</a:t>
            </a:r>
          </a:p>
          <a:p>
            <a:r>
              <a:rPr lang="en-US" altLang="ko-KR" smtClean="0"/>
              <a:t>Suno</a:t>
            </a:r>
          </a:p>
          <a:p>
            <a:r>
              <a:rPr lang="en-US" altLang="ko-KR" smtClean="0"/>
              <a:t>ElevenLabs</a:t>
            </a:r>
          </a:p>
          <a:p>
            <a:r>
              <a:rPr lang="en-US" altLang="ko-KR" smtClean="0"/>
              <a:t>Canva</a:t>
            </a:r>
          </a:p>
          <a:p>
            <a:r>
              <a:rPr lang="en-US" altLang="ko-KR" smtClean="0"/>
              <a:t>Grok</a:t>
            </a:r>
          </a:p>
          <a:p>
            <a:r>
              <a:rPr lang="en-US" altLang="ko-KR" smtClean="0"/>
              <a:t>DeepL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704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AI </a:t>
            </a:r>
            <a:r>
              <a:rPr lang="ko-KR" altLang="en-US" smtClean="0"/>
              <a:t>활용하기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20</a:t>
            </a:r>
            <a:r>
              <a:rPr lang="ko-KR" altLang="en-US" smtClean="0"/>
              <a:t>달러 정도는 </a:t>
            </a:r>
            <a:r>
              <a:rPr lang="en-US" altLang="ko-KR" smtClean="0"/>
              <a:t>chatgpt</a:t>
            </a:r>
            <a:r>
              <a:rPr lang="ko-KR" altLang="en-US" smtClean="0"/>
              <a:t>에 투자하기</a:t>
            </a:r>
            <a:endParaRPr lang="en-US" altLang="ko-KR" smtClean="0"/>
          </a:p>
          <a:p>
            <a:r>
              <a:rPr lang="en-US" altLang="ko-KR" smtClean="0"/>
              <a:t>5.4</a:t>
            </a:r>
            <a:r>
              <a:rPr lang="ko-KR" altLang="en-US" smtClean="0"/>
              <a:t>버전은 거의 오류가 없다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AI</a:t>
            </a:r>
            <a:r>
              <a:rPr lang="ko-KR" altLang="en-US" smtClean="0"/>
              <a:t>에게 </a:t>
            </a:r>
            <a:r>
              <a:rPr lang="en-US" altLang="ko-KR" smtClean="0"/>
              <a:t>‘</a:t>
            </a:r>
            <a:r>
              <a:rPr lang="ko-KR" altLang="en-US" smtClean="0"/>
              <a:t>역할</a:t>
            </a:r>
            <a:r>
              <a:rPr lang="en-US" altLang="ko-KR" smtClean="0"/>
              <a:t>＇</a:t>
            </a:r>
            <a:r>
              <a:rPr lang="ko-KR" altLang="en-US" smtClean="0"/>
              <a:t>을 부여하고</a:t>
            </a:r>
            <a:r>
              <a:rPr lang="en-US" altLang="ko-KR" smtClean="0"/>
              <a:t>, ‘</a:t>
            </a:r>
            <a:r>
              <a:rPr lang="ko-KR" altLang="en-US" smtClean="0"/>
              <a:t>핵심 소재</a:t>
            </a:r>
            <a:r>
              <a:rPr lang="en-US" altLang="ko-KR" smtClean="0"/>
              <a:t>＇</a:t>
            </a:r>
            <a:r>
              <a:rPr lang="ko-KR" altLang="en-US" smtClean="0"/>
              <a:t>를</a:t>
            </a:r>
            <a:r>
              <a:rPr lang="en-US" altLang="ko-KR" smtClean="0"/>
              <a:t>, </a:t>
            </a:r>
            <a:r>
              <a:rPr lang="ko-KR" altLang="en-US" smtClean="0"/>
              <a:t>수다를 통해 이야기의 </a:t>
            </a:r>
            <a:r>
              <a:rPr lang="en-US" altLang="ko-KR" smtClean="0"/>
              <a:t>‘</a:t>
            </a:r>
            <a:r>
              <a:rPr lang="ko-KR" altLang="en-US" smtClean="0"/>
              <a:t>방향성</a:t>
            </a:r>
            <a:r>
              <a:rPr lang="en-US" altLang="ko-KR" smtClean="0"/>
              <a:t>＇</a:t>
            </a:r>
            <a:r>
              <a:rPr lang="ko-KR" altLang="en-US" smtClean="0"/>
              <a:t>을</a:t>
            </a:r>
            <a:r>
              <a:rPr lang="en-US" altLang="ko-KR" smtClean="0"/>
              <a:t>, chatgpt</a:t>
            </a:r>
            <a:r>
              <a:rPr lang="ko-KR" altLang="en-US" smtClean="0"/>
              <a:t>를 </a:t>
            </a:r>
            <a:r>
              <a:rPr lang="en-US" altLang="ko-KR" smtClean="0"/>
              <a:t>‘</a:t>
            </a:r>
            <a:r>
              <a:rPr lang="ko-KR" altLang="en-US" smtClean="0"/>
              <a:t>도구</a:t>
            </a:r>
            <a:r>
              <a:rPr lang="en-US" altLang="ko-KR" smtClean="0"/>
              <a:t>＇</a:t>
            </a:r>
            <a:r>
              <a:rPr lang="ko-KR" altLang="en-US" smtClean="0"/>
              <a:t>로서 사용하여 시나리오를 만들 수 있다</a:t>
            </a:r>
            <a:r>
              <a:rPr lang="en-US" altLang="ko-KR" smtClean="0"/>
              <a:t>. </a:t>
            </a:r>
            <a:r>
              <a:rPr lang="ko-KR" altLang="en-US" smtClean="0"/>
              <a:t>추가로 넣고 싶은 건 다 넣으면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765620"/>
            <a:ext cx="8915400" cy="183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0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5</a:t>
            </a:r>
            <a:r>
              <a:rPr lang="ko-KR" altLang="en-US" smtClean="0"/>
              <a:t>단 구성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발단 </a:t>
            </a:r>
            <a:r>
              <a:rPr lang="en-US" altLang="ko-KR" smtClean="0"/>
              <a:t>: </a:t>
            </a:r>
            <a:r>
              <a:rPr lang="ko-KR" altLang="en-US" smtClean="0"/>
              <a:t>갈등 던지기 </a:t>
            </a:r>
            <a:endParaRPr lang="en-US" altLang="ko-KR" smtClean="0"/>
          </a:p>
          <a:p>
            <a:r>
              <a:rPr lang="ko-KR" altLang="en-US" smtClean="0"/>
              <a:t>전개 </a:t>
            </a:r>
            <a:r>
              <a:rPr lang="en-US" altLang="ko-KR" smtClean="0"/>
              <a:t>: </a:t>
            </a:r>
            <a:r>
              <a:rPr lang="ko-KR" altLang="en-US" smtClean="0"/>
              <a:t>갈등을 한 번 더 인지시키기</a:t>
            </a:r>
            <a:endParaRPr lang="en-US" altLang="ko-KR" smtClean="0"/>
          </a:p>
          <a:p>
            <a:r>
              <a:rPr lang="ko-KR" altLang="en-US" smtClean="0"/>
              <a:t>위기 </a:t>
            </a:r>
            <a:r>
              <a:rPr lang="en-US" altLang="ko-KR" smtClean="0"/>
              <a:t>: </a:t>
            </a:r>
            <a:r>
              <a:rPr lang="ko-KR" altLang="en-US" smtClean="0"/>
              <a:t>갈등 고조</a:t>
            </a:r>
            <a:endParaRPr lang="en-US" altLang="ko-KR" smtClean="0"/>
          </a:p>
          <a:p>
            <a:r>
              <a:rPr lang="ko-KR" altLang="en-US" smtClean="0"/>
              <a:t>절정 </a:t>
            </a:r>
            <a:r>
              <a:rPr lang="en-US" altLang="ko-KR" smtClean="0"/>
              <a:t>: </a:t>
            </a:r>
            <a:r>
              <a:rPr lang="ko-KR" altLang="en-US" smtClean="0"/>
              <a:t>갈등 최고조</a:t>
            </a:r>
            <a:endParaRPr lang="en-US" altLang="ko-KR" smtClean="0"/>
          </a:p>
          <a:p>
            <a:r>
              <a:rPr lang="ko-KR" altLang="en-US" smtClean="0"/>
              <a:t>결말 </a:t>
            </a:r>
            <a:r>
              <a:rPr lang="en-US" altLang="ko-KR" smtClean="0"/>
              <a:t>: </a:t>
            </a:r>
            <a:r>
              <a:rPr lang="ko-KR" altLang="en-US" smtClean="0"/>
              <a:t>갈등 해소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시나리오 구성 이후 질문이 같은 </a:t>
            </a:r>
            <a:r>
              <a:rPr lang="en-US" altLang="ko-KR" smtClean="0"/>
              <a:t>AI </a:t>
            </a:r>
            <a:r>
              <a:rPr lang="ko-KR" altLang="en-US" smtClean="0"/>
              <a:t>도구를 쓰더라도 결이 다른 결과물이 나오게 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157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수업 진행 방향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시나리오 </a:t>
            </a:r>
            <a:r>
              <a:rPr lang="en-US" altLang="ko-KR" smtClean="0"/>
              <a:t>‘</a:t>
            </a:r>
            <a:r>
              <a:rPr lang="ko-KR" altLang="en-US" smtClean="0"/>
              <a:t>설정</a:t>
            </a:r>
            <a:r>
              <a:rPr lang="en-US" altLang="ko-KR" smtClean="0"/>
              <a:t>‘</a:t>
            </a:r>
          </a:p>
          <a:p>
            <a:endParaRPr lang="en-US" altLang="ko-KR"/>
          </a:p>
          <a:p>
            <a:r>
              <a:rPr lang="en-US" altLang="ko-KR" smtClean="0"/>
              <a:t>2D, 3D, </a:t>
            </a:r>
            <a:r>
              <a:rPr lang="ko-KR" altLang="en-US" smtClean="0"/>
              <a:t>프로그램의 구조를 짜나간다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21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내가 쓸 이야기를 고민해보자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AI</a:t>
            </a:r>
            <a:r>
              <a:rPr lang="ko-KR" altLang="en-US" smtClean="0"/>
              <a:t>를 활용하자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50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1033128"/>
            <a:ext cx="696374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21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17" y="1047417"/>
            <a:ext cx="566816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9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시놉시스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가장 흥미로운 글쓰기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구구절절 길게 쓸 필요 </a:t>
            </a:r>
            <a:r>
              <a:rPr lang="en-US" altLang="ko-KR" smtClean="0"/>
              <a:t>x.</a:t>
            </a:r>
          </a:p>
          <a:p>
            <a:endParaRPr lang="en-US" altLang="ko-KR"/>
          </a:p>
          <a:p>
            <a:r>
              <a:rPr lang="ko-KR" altLang="en-US" smtClean="0"/>
              <a:t>개발</a:t>
            </a:r>
            <a:r>
              <a:rPr lang="en-US" altLang="ko-KR" smtClean="0"/>
              <a:t>.</a:t>
            </a:r>
            <a:r>
              <a:rPr lang="ko-KR" altLang="en-US" smtClean="0"/>
              <a:t>컨텐츠</a:t>
            </a:r>
            <a:r>
              <a:rPr lang="en-US" altLang="ko-KR" smtClean="0"/>
              <a:t>.</a:t>
            </a:r>
            <a:r>
              <a:rPr lang="ko-KR" altLang="en-US" smtClean="0"/>
              <a:t>영화</a:t>
            </a:r>
            <a:r>
              <a:rPr lang="en-US" altLang="ko-KR" smtClean="0"/>
              <a:t>.</a:t>
            </a:r>
            <a:r>
              <a:rPr lang="ko-KR" altLang="en-US" smtClean="0"/>
              <a:t>소설의 방향성을 담고</a:t>
            </a:r>
            <a:r>
              <a:rPr lang="en-US" altLang="ko-KR" smtClean="0"/>
              <a:t>, </a:t>
            </a:r>
            <a:r>
              <a:rPr lang="ko-KR" altLang="en-US" smtClean="0"/>
              <a:t>작가가 생각하는 가장 흥미로운 이야기를 전달하는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절제된 컨텐츠이면서 내 게임에서 가장 흥미로운 내용을 적는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16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GPT</a:t>
            </a:r>
            <a:r>
              <a:rPr lang="ko-KR" altLang="en-US" smtClean="0"/>
              <a:t>의 도움을 받아서 쓴 시놉시스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세상이 붕괴하기 시작하자</a:t>
            </a:r>
            <a:r>
              <a:rPr lang="en-US" altLang="ko-KR" smtClean="0"/>
              <a:t>, </a:t>
            </a:r>
            <a:r>
              <a:rPr lang="ko-KR" altLang="en-US" smtClean="0"/>
              <a:t>사람들의 이기심과 외면이 쌓인 자리에는 </a:t>
            </a:r>
            <a:r>
              <a:rPr lang="ko-KR" altLang="en-US" b="1" smtClean="0"/>
              <a:t>도덕 균열</a:t>
            </a:r>
            <a:r>
              <a:rPr lang="ko-KR" altLang="en-US" smtClean="0"/>
              <a:t>이 생기고</a:t>
            </a:r>
            <a:r>
              <a:rPr lang="en-US" altLang="ko-KR" smtClean="0"/>
              <a:t>, </a:t>
            </a:r>
            <a:r>
              <a:rPr lang="ko-KR" altLang="en-US" smtClean="0"/>
              <a:t>그 안에서 왜곡된 인간성이 괴물로 태어난다</a:t>
            </a:r>
            <a:r>
              <a:rPr lang="en-US" altLang="ko-KR" smtClean="0"/>
              <a:t>. </a:t>
            </a:r>
            <a:r>
              <a:rPr lang="ko-KR" altLang="en-US" smtClean="0"/>
              <a:t>이 괴물을 쓰러뜨리려면 인간의 </a:t>
            </a:r>
            <a:r>
              <a:rPr lang="ko-KR" altLang="en-US" b="1" smtClean="0"/>
              <a:t>선의</a:t>
            </a:r>
            <a:r>
              <a:rPr lang="ko-KR" altLang="en-US" smtClean="0"/>
              <a:t>가 필요하다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하지만 대부분의 사람들에게 선의는 쉽게 바닥나는 자원이다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단 한 사람</a:t>
            </a:r>
            <a:r>
              <a:rPr lang="en-US" altLang="ko-KR" smtClean="0"/>
              <a:t>, </a:t>
            </a:r>
            <a:r>
              <a:rPr lang="ko-KR" altLang="en-US" smtClean="0"/>
              <a:t>평범한 소녀 </a:t>
            </a:r>
            <a:r>
              <a:rPr lang="ko-KR" altLang="en-US" b="1" smtClean="0"/>
              <a:t>차한해</a:t>
            </a:r>
            <a:r>
              <a:rPr lang="ko-KR" altLang="en-US" smtClean="0"/>
              <a:t>를 제외하고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그녀의 선의는 </a:t>
            </a:r>
            <a:r>
              <a:rPr lang="ko-KR" altLang="en-US" b="1" smtClean="0"/>
              <a:t>무한대</a:t>
            </a:r>
            <a:r>
              <a:rPr lang="ko-KR" altLang="en-US" smtClean="0"/>
              <a:t>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그래서 사람들은 점점 아무렇지 않게 말하기 시작한다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“한해가 가면 되잖아</a:t>
            </a:r>
            <a:r>
              <a:rPr lang="en-US" altLang="ko-KR" b="1" smtClean="0"/>
              <a:t>.”</a:t>
            </a:r>
            <a:endParaRPr lang="ko-KR" altLang="en-US" smtClean="0"/>
          </a:p>
          <a:p>
            <a:r>
              <a:rPr lang="ko-KR" altLang="en-US" smtClean="0"/>
              <a:t>그리고 오늘도</a:t>
            </a:r>
            <a:r>
              <a:rPr lang="en-US" altLang="ko-KR" smtClean="0"/>
              <a:t>, </a:t>
            </a:r>
            <a:r>
              <a:rPr lang="ko-KR" altLang="en-US" smtClean="0"/>
              <a:t>세상을 지키기 위해</a:t>
            </a:r>
            <a:br>
              <a:rPr lang="ko-KR" altLang="en-US" smtClean="0"/>
            </a:br>
            <a:r>
              <a:rPr lang="ko-KR" altLang="en-US" smtClean="0"/>
              <a:t>가장 착한 사람이 괴물에게로 향한다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56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293</Words>
  <Application>Microsoft Office PowerPoint</Application>
  <PresentationFormat>와이드스크린</PresentationFormat>
  <Paragraphs>58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게임 관련 직군</vt:lpstr>
      <vt:lpstr>게임디자이너 수업 (초급 – 현업 1~5년차 실무)</vt:lpstr>
      <vt:lpstr>포트폴리오</vt:lpstr>
      <vt:lpstr>PowerPoint 프레젠테이션</vt:lpstr>
      <vt:lpstr>AI 툴</vt:lpstr>
      <vt:lpstr>AI 활용하기</vt:lpstr>
      <vt:lpstr>5단 구성</vt:lpstr>
      <vt:lpstr>수업 진행 방향</vt:lpstr>
      <vt:lpstr>내가 쓸 이야기를 고민해보자</vt:lpstr>
      <vt:lpstr>PowerPoint 프레젠테이션</vt:lpstr>
      <vt:lpstr>PowerPoint 프레젠테이션</vt:lpstr>
      <vt:lpstr>시놉시스</vt:lpstr>
      <vt:lpstr>GPT의 도움을 받아서 쓴 시놉시스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11</cp:revision>
  <dcterms:created xsi:type="dcterms:W3CDTF">2026-03-16T04:45:33Z</dcterms:created>
  <dcterms:modified xsi:type="dcterms:W3CDTF">2026-03-16T06:57:06Z</dcterms:modified>
</cp:coreProperties>
</file>