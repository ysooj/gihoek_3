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53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54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92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28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45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370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432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89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359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1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65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12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302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</cp:revision>
  <dcterms:created xsi:type="dcterms:W3CDTF">2026-04-08T04:50:12Z</dcterms:created>
  <dcterms:modified xsi:type="dcterms:W3CDTF">2026-04-08T04:52:31Z</dcterms:modified>
</cp:coreProperties>
</file>