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022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6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17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72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374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71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605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17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77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538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26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C2195-FADF-43DC-8AB1-202C3C053678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612B6-3A26-47E2-A84B-A0CE396056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73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글쓰기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글 쓰고 말하기</a:t>
            </a:r>
            <a:endParaRPr lang="en-US" altLang="ko-KR" smtClean="0"/>
          </a:p>
          <a:p>
            <a:r>
              <a:rPr lang="ko-KR" altLang="en-US" smtClean="0"/>
              <a:t>글 쓰고 연기하기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내가 쓴 글을 내가 소리 내서 읽지 않으면</a:t>
            </a:r>
            <a:endParaRPr lang="en-US" altLang="ko-KR" smtClean="0"/>
          </a:p>
          <a:p>
            <a:r>
              <a:rPr lang="ko-KR" altLang="en-US" smtClean="0"/>
              <a:t>남들도 읽어주지 않는다고 생각하자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2178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도구</a:t>
            </a:r>
            <a:r>
              <a:rPr lang="en-US" altLang="ko-KR" smtClean="0"/>
              <a:t>(1) </a:t>
            </a:r>
            <a:r>
              <a:rPr lang="ko-KR" altLang="en-US" smtClean="0"/>
              <a:t>맞춤법 검사기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글을 쓰고 맞춤법 교정기에 돌려보자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누구의 글이든 맞춤법 검사기를 돌려보는 게 좋다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바른 한글 </a:t>
            </a:r>
            <a:r>
              <a:rPr lang="en-US" altLang="ko-KR" smtClean="0"/>
              <a:t>– </a:t>
            </a:r>
            <a:r>
              <a:rPr lang="ko-KR" altLang="en-US" smtClean="0"/>
              <a:t>네이버의 맞춤법 검사기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48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맞춤법 검사기로 수정한 시놉시스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41900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mtClean="0"/>
              <a:t>세상이 붕괴하기 시작하자</a:t>
            </a:r>
            <a:r>
              <a:rPr lang="en-US" altLang="ko-KR" smtClean="0"/>
              <a:t>, </a:t>
            </a:r>
            <a:r>
              <a:rPr lang="ko-KR" altLang="en-US" smtClean="0"/>
              <a:t>사람들의 이기심과 외면이 쌓인 자리에는 도덕 균열이 생기고</a:t>
            </a:r>
            <a:r>
              <a:rPr lang="en-US" altLang="ko-KR" smtClean="0"/>
              <a:t>, </a:t>
            </a:r>
            <a:r>
              <a:rPr lang="ko-KR" altLang="en-US" smtClean="0"/>
              <a:t>그 안에서 왜곡된 인간성이 괴물로 태어난다</a:t>
            </a:r>
            <a:r>
              <a:rPr lang="en-US" altLang="ko-KR" smtClean="0"/>
              <a:t>. </a:t>
            </a:r>
            <a:r>
              <a:rPr lang="ko-KR" altLang="en-US" smtClean="0"/>
              <a:t>이 괴물을 쓰러뜨리려면 인간의 선의가 필요하다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하지만 대부분의 사람에게 선의는 쉽게 바닥나는 자원이다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단 한 사람</a:t>
            </a:r>
            <a:r>
              <a:rPr lang="en-US" altLang="ko-KR" smtClean="0"/>
              <a:t>, </a:t>
            </a:r>
            <a:r>
              <a:rPr lang="ko-KR" altLang="en-US" smtClean="0"/>
              <a:t>평범한 소녀 차한해를 제외하고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그녀의 선의는 무한대다</a:t>
            </a:r>
            <a:r>
              <a:rPr lang="en-US" altLang="ko-KR" smtClean="0"/>
              <a:t>. </a:t>
            </a:r>
            <a:r>
              <a:rPr lang="ko-KR" altLang="en-US" smtClean="0"/>
              <a:t>그래서 사람들은 점점 아무렇지 않게 말하기 시작한다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“</a:t>
            </a:r>
            <a:r>
              <a:rPr lang="ko-KR" altLang="en-US" smtClean="0"/>
              <a:t>한해야</a:t>
            </a:r>
            <a:r>
              <a:rPr lang="en-US" altLang="ko-KR" smtClean="0"/>
              <a:t>… </a:t>
            </a:r>
            <a:r>
              <a:rPr lang="ko-KR" altLang="en-US" smtClean="0"/>
              <a:t>네가 가는 게 맞잖아</a:t>
            </a:r>
            <a:r>
              <a:rPr lang="en-US" altLang="ko-KR" smtClean="0"/>
              <a:t>.”</a:t>
            </a:r>
          </a:p>
          <a:p>
            <a:endParaRPr lang="en-US" altLang="ko-KR"/>
          </a:p>
          <a:p>
            <a:r>
              <a:rPr lang="ko-KR" altLang="en-US" smtClean="0"/>
              <a:t>그리고 오늘도</a:t>
            </a:r>
            <a:r>
              <a:rPr lang="en-US" altLang="ko-KR" smtClean="0"/>
              <a:t>, </a:t>
            </a:r>
            <a:r>
              <a:rPr lang="ko-KR" altLang="en-US" smtClean="0"/>
              <a:t>세상을 지키기 위해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 smtClean="0"/>
              <a:t>가장 착한 사람이 괴물에게로 향한다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457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배우는 글쓰기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화자의 입장과 역할 </a:t>
            </a:r>
            <a:r>
              <a:rPr lang="en-US" altLang="ko-KR" smtClean="0"/>
              <a:t>: </a:t>
            </a:r>
            <a:r>
              <a:rPr lang="ko-KR" altLang="en-US" smtClean="0"/>
              <a:t>어떠한 </a:t>
            </a:r>
            <a:r>
              <a:rPr lang="en-US" altLang="ko-KR" smtClean="0"/>
              <a:t>‘</a:t>
            </a:r>
            <a:r>
              <a:rPr lang="ko-KR" altLang="en-US" smtClean="0"/>
              <a:t>상황</a:t>
            </a:r>
            <a:r>
              <a:rPr lang="en-US" altLang="ko-KR" smtClean="0"/>
              <a:t>’</a:t>
            </a:r>
            <a:r>
              <a:rPr lang="ko-KR" altLang="en-US" smtClean="0"/>
              <a:t>에서 이런 말을 하는지</a:t>
            </a:r>
            <a:endParaRPr lang="en-US" altLang="ko-KR" smtClean="0"/>
          </a:p>
          <a:p>
            <a:r>
              <a:rPr lang="en-US" altLang="ko-KR" smtClean="0"/>
              <a:t>‘</a:t>
            </a:r>
            <a:r>
              <a:rPr lang="ko-KR" altLang="en-US" smtClean="0"/>
              <a:t>글쓰면서 말하기</a:t>
            </a:r>
            <a:r>
              <a:rPr lang="en-US" altLang="ko-KR" smtClean="0"/>
              <a:t>’</a:t>
            </a:r>
            <a:r>
              <a:rPr lang="ko-KR" altLang="en-US" smtClean="0"/>
              <a:t>는 글의 수준이 올라간다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270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학생 </a:t>
            </a:r>
            <a:r>
              <a:rPr lang="en-US" altLang="ko-KR" smtClean="0"/>
              <a:t>1 </a:t>
            </a:r>
            <a:r>
              <a:rPr lang="ko-KR" altLang="en-US" smtClean="0"/>
              <a:t>원본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9" y="1487488"/>
            <a:ext cx="5983641" cy="487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8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학생 </a:t>
            </a:r>
            <a:r>
              <a:rPr lang="en-US" altLang="ko-KR" smtClean="0"/>
              <a:t>1 </a:t>
            </a:r>
            <a:r>
              <a:rPr lang="ko-KR" altLang="en-US" smtClean="0"/>
              <a:t>수정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이야기에 갈등이 있으려면 계기가 필요하다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이는 </a:t>
            </a:r>
            <a:r>
              <a:rPr lang="en-US" altLang="ko-KR" smtClean="0"/>
              <a:t>‘</a:t>
            </a:r>
            <a:r>
              <a:rPr lang="ko-KR" altLang="en-US" smtClean="0"/>
              <a:t>변모의 플롯</a:t>
            </a:r>
            <a:r>
              <a:rPr lang="en-US" altLang="ko-KR" smtClean="0"/>
              <a:t>＇</a:t>
            </a:r>
            <a:r>
              <a:rPr lang="ko-KR" altLang="en-US" smtClean="0"/>
              <a:t>에 가깝다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마음이 바뀌기 전의 주인공과</a:t>
            </a:r>
            <a:r>
              <a:rPr lang="en-US" altLang="ko-KR" smtClean="0"/>
              <a:t>, </a:t>
            </a:r>
            <a:r>
              <a:rPr lang="ko-KR" altLang="en-US" smtClean="0"/>
              <a:t>마음이 바뀐 후의 주인공이 극단적으로 잘 보여야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제한된 글쓰기 </a:t>
            </a:r>
            <a:r>
              <a:rPr lang="en-US" altLang="ko-KR" smtClean="0"/>
              <a:t>: </a:t>
            </a:r>
            <a:r>
              <a:rPr lang="ko-KR" altLang="en-US" smtClean="0"/>
              <a:t>글자 수를 제한해놓고</a:t>
            </a:r>
            <a:r>
              <a:rPr lang="en-US" altLang="ko-KR" smtClean="0"/>
              <a:t>, </a:t>
            </a:r>
            <a:r>
              <a:rPr lang="ko-KR" altLang="en-US" smtClean="0"/>
              <a:t>적게 쓰려고 노력하면 글의 수준이 올라간다</a:t>
            </a:r>
            <a:r>
              <a:rPr lang="en-US" altLang="ko-KR" smtClean="0"/>
              <a:t>. </a:t>
            </a:r>
            <a:r>
              <a:rPr lang="ko-KR" altLang="en-US" smtClean="0"/>
              <a:t>단어의 소중함을 느끼게 되고 말 하나하나 신중히 쓰려고 하기 때문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359401"/>
            <a:ext cx="7824942" cy="148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51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변모의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515778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mtClean="0"/>
              <a:t>‘</a:t>
            </a:r>
            <a:r>
              <a:rPr lang="ko-KR" altLang="en-US" smtClean="0"/>
              <a:t>마음이 바뀌는 계기</a:t>
            </a:r>
            <a:r>
              <a:rPr lang="en-US" altLang="ko-KR" smtClean="0"/>
              <a:t>’</a:t>
            </a:r>
            <a:r>
              <a:rPr lang="ko-KR" altLang="en-US" smtClean="0"/>
              <a:t>가 가장 중요한 소재의 흥미의 상황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계기 이전의 마음</a:t>
            </a:r>
            <a:r>
              <a:rPr lang="en-US" altLang="ko-KR" smtClean="0"/>
              <a:t>, </a:t>
            </a:r>
            <a:r>
              <a:rPr lang="ko-KR" altLang="en-US" smtClean="0"/>
              <a:t>즉 </a:t>
            </a:r>
            <a:r>
              <a:rPr lang="en-US" altLang="ko-KR" smtClean="0"/>
              <a:t>‘</a:t>
            </a:r>
            <a:r>
              <a:rPr lang="ko-KR" altLang="en-US" smtClean="0"/>
              <a:t>바뀌기 전의 마음</a:t>
            </a:r>
            <a:r>
              <a:rPr lang="en-US" altLang="ko-KR" smtClean="0"/>
              <a:t>＇</a:t>
            </a:r>
            <a:r>
              <a:rPr lang="ko-KR" altLang="en-US" smtClean="0"/>
              <a:t>과</a:t>
            </a:r>
            <a:endParaRPr lang="en-US" altLang="ko-KR" smtClean="0"/>
          </a:p>
          <a:p>
            <a:r>
              <a:rPr lang="ko-KR" altLang="en-US" smtClean="0"/>
              <a:t>계기 이후의 마음</a:t>
            </a:r>
            <a:r>
              <a:rPr lang="en-US" altLang="ko-KR" smtClean="0"/>
              <a:t>, </a:t>
            </a:r>
            <a:r>
              <a:rPr lang="ko-KR" altLang="en-US" smtClean="0"/>
              <a:t>즉 </a:t>
            </a:r>
            <a:r>
              <a:rPr lang="en-US" altLang="ko-KR" smtClean="0"/>
              <a:t>‘</a:t>
            </a:r>
            <a:r>
              <a:rPr lang="ko-KR" altLang="en-US" smtClean="0"/>
              <a:t>바뀐 후의 마음</a:t>
            </a:r>
            <a:r>
              <a:rPr lang="en-US" altLang="ko-KR" smtClean="0"/>
              <a:t>’</a:t>
            </a:r>
          </a:p>
          <a:p>
            <a:endParaRPr lang="en-US" altLang="ko-KR"/>
          </a:p>
          <a:p>
            <a:r>
              <a:rPr lang="ko-KR" altLang="en-US" smtClean="0"/>
              <a:t>선생님에게 </a:t>
            </a:r>
            <a:r>
              <a:rPr lang="en-US" altLang="ko-KR" smtClean="0"/>
              <a:t>‘</a:t>
            </a:r>
            <a:r>
              <a:rPr lang="ko-KR" altLang="en-US" smtClean="0"/>
              <a:t>플롯</a:t>
            </a:r>
            <a:r>
              <a:rPr lang="en-US" altLang="ko-KR" smtClean="0"/>
              <a:t>’</a:t>
            </a:r>
            <a:r>
              <a:rPr lang="ko-KR" altLang="en-US" smtClean="0"/>
              <a:t>이란</a:t>
            </a:r>
            <a:r>
              <a:rPr lang="en-US" altLang="ko-KR" smtClean="0"/>
              <a:t>?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글을 쓸 때</a:t>
            </a:r>
            <a:r>
              <a:rPr lang="en-US" altLang="ko-KR" smtClean="0"/>
              <a:t>, </a:t>
            </a:r>
            <a:r>
              <a:rPr lang="ko-KR" altLang="en-US" smtClean="0"/>
              <a:t>이야기의 설계를 정해놓은 채 쓰는 것</a:t>
            </a:r>
            <a:r>
              <a:rPr lang="en-US" altLang="ko-KR" smtClean="0"/>
              <a:t>. </a:t>
            </a:r>
            <a:r>
              <a:rPr lang="ko-KR" altLang="en-US" smtClean="0"/>
              <a:t>이야기의 방향성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작가로서의 </a:t>
            </a:r>
            <a:r>
              <a:rPr lang="en-US" altLang="ko-KR" smtClean="0"/>
              <a:t>‘</a:t>
            </a:r>
            <a:r>
              <a:rPr lang="ko-KR" altLang="en-US" smtClean="0"/>
              <a:t>의도</a:t>
            </a:r>
            <a:r>
              <a:rPr lang="en-US" altLang="ko-KR" smtClean="0"/>
              <a:t>’</a:t>
            </a:r>
            <a:r>
              <a:rPr lang="ko-KR" altLang="en-US" smtClean="0"/>
              <a:t>를 가지고 쓰자</a:t>
            </a:r>
            <a:r>
              <a:rPr lang="en-US" altLang="ko-KR" smtClean="0"/>
              <a:t>. </a:t>
            </a:r>
            <a:r>
              <a:rPr lang="ko-KR" altLang="en-US" smtClean="0"/>
              <a:t>이 말은</a:t>
            </a:r>
            <a:r>
              <a:rPr lang="en-US" altLang="ko-KR" smtClean="0"/>
              <a:t>, </a:t>
            </a:r>
            <a:r>
              <a:rPr lang="ko-KR" altLang="en-US" smtClean="0"/>
              <a:t>다른 사람들로 하여금 읽고 싶게 하는 것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자극</a:t>
            </a:r>
            <a:r>
              <a:rPr lang="en-US" altLang="ko-KR" smtClean="0"/>
              <a:t>’</a:t>
            </a:r>
            <a:r>
              <a:rPr lang="ko-KR" altLang="en-US" smtClean="0"/>
              <a:t>이 이를 가장 쉽게 할 수 있는 것</a:t>
            </a:r>
            <a:r>
              <a:rPr lang="en-US" altLang="ko-KR" smtClean="0"/>
              <a:t>. </a:t>
            </a:r>
            <a:r>
              <a:rPr lang="ko-KR" altLang="en-US" smtClean="0"/>
              <a:t>그래서 자극적인 글이 가장 많이 나온다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463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시각적인 글쓰기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감정적인 글쓰기를 하는 사람들은</a:t>
            </a:r>
            <a:endParaRPr lang="en-US" altLang="ko-KR" smtClean="0"/>
          </a:p>
          <a:p>
            <a:r>
              <a:rPr lang="ko-KR" altLang="en-US" smtClean="0"/>
              <a:t>낙서를 하면서 글을 써보자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추리 게임을 만든다면</a:t>
            </a:r>
            <a:endParaRPr lang="en-US" altLang="ko-KR" smtClean="0"/>
          </a:p>
          <a:p>
            <a:r>
              <a:rPr lang="ko-KR" altLang="en-US" smtClean="0"/>
              <a:t>반드시 낙서를 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낙서하면서 글을 쓰면 글의 수준이 올라갈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647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도구 </a:t>
            </a:r>
            <a:r>
              <a:rPr lang="en-US" altLang="ko-KR" smtClean="0"/>
              <a:t>(2) – tts (text to speech)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클로바더빙 </a:t>
            </a:r>
            <a:r>
              <a:rPr lang="en-US" altLang="ko-KR" smtClean="0"/>
              <a:t>: </a:t>
            </a:r>
            <a:r>
              <a:rPr lang="ko-KR" altLang="en-US" smtClean="0"/>
              <a:t>네이버에서 제공하는 무료 </a:t>
            </a:r>
            <a:r>
              <a:rPr lang="en-US" altLang="ko-KR" smtClean="0"/>
              <a:t>tts </a:t>
            </a:r>
            <a:r>
              <a:rPr lang="ko-KR" altLang="en-US" smtClean="0"/>
              <a:t>서비스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212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들으면서 수정하기 </a:t>
            </a:r>
            <a:r>
              <a:rPr lang="en-US" altLang="ko-KR" smtClean="0"/>
              <a:t>(with </a:t>
            </a:r>
            <a:r>
              <a:rPr lang="ko-KR" altLang="en-US" smtClean="0"/>
              <a:t>클로바더빙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사람들의 이기심이 쌓인 자리에 도덕 균열이 생기고</a:t>
            </a:r>
            <a:r>
              <a:rPr lang="en-US" altLang="ko-KR" smtClean="0"/>
              <a:t>, </a:t>
            </a:r>
            <a:r>
              <a:rPr lang="ko-KR" altLang="en-US" smtClean="0"/>
              <a:t>그곳에서 왜곡된 인간성이 괴물로 태어난다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 괴물을 쓰러뜨리려면 인간의 선의를 소모해야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하지만 대부분의 사람들에게 선의는 한정된 자원이다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단 한 사람</a:t>
            </a:r>
            <a:r>
              <a:rPr lang="en-US" altLang="ko-KR" smtClean="0"/>
              <a:t>, </a:t>
            </a:r>
            <a:r>
              <a:rPr lang="ko-KR" altLang="en-US" smtClean="0"/>
              <a:t>무한대의 선의를 가진 소녀 차한해를 제외하고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사람들은 점점 당연하게 말하기 시작한다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966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시놉시스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다른 사람들이 느낄 수 있는 무언가를 만들어보자</a:t>
            </a:r>
            <a:r>
              <a:rPr lang="en-US" altLang="ko-KR" smtClean="0"/>
              <a:t>.!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45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322</Words>
  <Application>Microsoft Office PowerPoint</Application>
  <PresentationFormat>와이드스크린</PresentationFormat>
  <Paragraphs>58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글쓰기</vt:lpstr>
      <vt:lpstr>도구(1) 맞춤법 검사기</vt:lpstr>
      <vt:lpstr>맞춤법 검사기로 수정한 시놉시스</vt:lpstr>
      <vt:lpstr>배우는 글쓰기</vt:lpstr>
      <vt:lpstr>학생 1 원본</vt:lpstr>
      <vt:lpstr>학생 1 수정</vt:lpstr>
      <vt:lpstr>변모의 플롯</vt:lpstr>
      <vt:lpstr>시각적인 글쓰기</vt:lpstr>
      <vt:lpstr>도구 (2) – tts (text to speech)</vt:lpstr>
      <vt:lpstr>들으면서 수정하기 (with 클로바더빙)</vt:lpstr>
      <vt:lpstr>내 시놉시스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10</cp:revision>
  <dcterms:created xsi:type="dcterms:W3CDTF">2026-03-17T04:52:20Z</dcterms:created>
  <dcterms:modified xsi:type="dcterms:W3CDTF">2026-03-17T06:52:29Z</dcterms:modified>
</cp:coreProperties>
</file>