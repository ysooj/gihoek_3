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57" r:id="rId8"/>
    <p:sldId id="271" r:id="rId9"/>
    <p:sldId id="272" r:id="rId10"/>
    <p:sldId id="273" r:id="rId11"/>
    <p:sldId id="260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319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1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20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28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6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65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06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4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57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20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5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99537-5DFD-40DF-BD35-C55817BAFCF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E4E8-F216-48C1-B8BF-3E81C5A413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1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스토리텔링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스토리텔링을 입다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시장에서 사과를 파는 상황</a:t>
            </a:r>
            <a:endParaRPr lang="en-US" altLang="ko-KR" smtClean="0"/>
          </a:p>
          <a:p>
            <a:r>
              <a:rPr lang="ko-KR" altLang="en-US" smtClean="0"/>
              <a:t>마켓팅 </a:t>
            </a:r>
            <a:r>
              <a:rPr lang="en-US" altLang="ko-KR" smtClean="0"/>
              <a:t>: </a:t>
            </a:r>
            <a:r>
              <a:rPr lang="ko-KR" altLang="en-US" smtClean="0"/>
              <a:t>원산지 표시</a:t>
            </a:r>
            <a:r>
              <a:rPr lang="en-US" altLang="ko-KR" smtClean="0"/>
              <a:t>, </a:t>
            </a:r>
            <a:r>
              <a:rPr lang="ko-KR" altLang="en-US" smtClean="0"/>
              <a:t>세일 등</a:t>
            </a:r>
            <a:endParaRPr lang="en-US" altLang="ko-KR" smtClean="0"/>
          </a:p>
          <a:p>
            <a:r>
              <a:rPr lang="ko-KR" altLang="en-US" smtClean="0"/>
              <a:t>스토리텔링 </a:t>
            </a:r>
            <a:r>
              <a:rPr lang="en-US" altLang="ko-KR" smtClean="0"/>
              <a:t>: </a:t>
            </a:r>
            <a:r>
              <a:rPr lang="ko-KR" altLang="en-US" smtClean="0"/>
              <a:t>자식을 먹여 살리기 위해 재배한 사과</a:t>
            </a:r>
            <a:r>
              <a:rPr lang="en-US" altLang="ko-KR" smtClean="0"/>
              <a:t>, </a:t>
            </a:r>
            <a:r>
              <a:rPr lang="ko-KR" altLang="en-US" smtClean="0"/>
              <a:t>이 사과를 먹고 자식이 서울대 법대를 갔다</a:t>
            </a:r>
            <a:r>
              <a:rPr lang="en-US" altLang="ko-KR" smtClean="0"/>
              <a:t>, </a:t>
            </a:r>
            <a:r>
              <a:rPr lang="ko-KR" altLang="en-US" smtClean="0"/>
              <a:t>이 사과를 사서 먹으면 이와 같은 행운이 생길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78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등장 무대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비사건 지역 </a:t>
            </a:r>
            <a:r>
              <a:rPr lang="en-US" altLang="ko-KR" smtClean="0"/>
              <a:t>: </a:t>
            </a:r>
            <a:r>
              <a:rPr lang="ko-KR" altLang="en-US" smtClean="0"/>
              <a:t>사건이 일어나지 않는 </a:t>
            </a:r>
            <a:r>
              <a:rPr lang="en-US" altLang="ko-KR" smtClean="0"/>
              <a:t>/ </a:t>
            </a:r>
            <a:r>
              <a:rPr lang="ko-KR" altLang="en-US" smtClean="0"/>
              <a:t>사건을 준비하는 지역</a:t>
            </a:r>
            <a:endParaRPr lang="en-US" altLang="ko-KR" smtClean="0"/>
          </a:p>
          <a:p>
            <a:pPr lvl="1"/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사건 지역 </a:t>
            </a:r>
            <a:r>
              <a:rPr lang="en-US" altLang="ko-KR" smtClean="0"/>
              <a:t>: ‘</a:t>
            </a:r>
            <a:r>
              <a:rPr lang="ko-KR" altLang="en-US" b="1" smtClean="0"/>
              <a:t>단서</a:t>
            </a:r>
            <a:r>
              <a:rPr lang="en-US" altLang="ko-KR" smtClean="0"/>
              <a:t>(</a:t>
            </a:r>
            <a:r>
              <a:rPr lang="ko-KR" altLang="en-US" smtClean="0"/>
              <a:t>악당의 메시지</a:t>
            </a:r>
            <a:r>
              <a:rPr lang="en-US" altLang="ko-KR" smtClean="0"/>
              <a:t>/</a:t>
            </a:r>
            <a:r>
              <a:rPr lang="ko-KR" altLang="en-US" smtClean="0"/>
              <a:t>음모</a:t>
            </a:r>
            <a:r>
              <a:rPr lang="en-US" altLang="ko-KR" smtClean="0"/>
              <a:t>, </a:t>
            </a:r>
            <a:r>
              <a:rPr lang="ko-KR" altLang="en-US" smtClean="0"/>
              <a:t>피해자의 </a:t>
            </a:r>
            <a:r>
              <a:rPr lang="en-US" altLang="ko-KR" smtClean="0"/>
              <a:t>(</a:t>
            </a:r>
            <a:r>
              <a:rPr lang="ko-KR" altLang="en-US" smtClean="0"/>
              <a:t>다잉</a:t>
            </a:r>
            <a:r>
              <a:rPr lang="en-US" altLang="ko-KR" smtClean="0"/>
              <a:t>)</a:t>
            </a:r>
            <a:r>
              <a:rPr lang="ko-KR" altLang="en-US" smtClean="0"/>
              <a:t>메세지</a:t>
            </a:r>
            <a:r>
              <a:rPr lang="en-US" altLang="ko-KR" smtClean="0"/>
              <a:t>)’</a:t>
            </a:r>
            <a:r>
              <a:rPr lang="ko-KR" altLang="en-US" smtClean="0"/>
              <a:t>가 들어감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문을 열고 건물로 들어가니</a:t>
            </a:r>
            <a:r>
              <a:rPr lang="en-US" altLang="ko-KR" smtClean="0"/>
              <a:t>, </a:t>
            </a:r>
            <a:r>
              <a:rPr lang="ko-KR" altLang="en-US" smtClean="0"/>
              <a:t>발자국이 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건물 벽에 핏자국 </a:t>
            </a:r>
            <a:r>
              <a:rPr lang="en-US" altLang="ko-KR" smtClean="0"/>
              <a:t>: </a:t>
            </a:r>
            <a:r>
              <a:rPr lang="ko-KR" altLang="en-US" smtClean="0"/>
              <a:t>사건의 </a:t>
            </a:r>
            <a:r>
              <a:rPr lang="en-US" altLang="ko-KR" smtClean="0"/>
              <a:t>‘why?’</a:t>
            </a:r>
            <a:r>
              <a:rPr lang="ko-KR" altLang="en-US" smtClean="0"/>
              <a:t>를 이를 통해 설명하면 된다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pPr lvl="1"/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909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모델링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3"/>
          </a:xfrm>
        </p:spPr>
        <p:txBody>
          <a:bodyPr>
            <a:normAutofit/>
          </a:bodyPr>
          <a:lstStyle/>
          <a:p>
            <a:r>
              <a:rPr lang="ko-KR" altLang="en-US"/>
              <a:t>배경 모델링</a:t>
            </a:r>
            <a:endParaRPr lang="en-US" altLang="ko-KR"/>
          </a:p>
          <a:p>
            <a:pPr marL="914400" lvl="1" indent="-457200">
              <a:buFont typeface="+mj-lt"/>
              <a:buAutoNum type="arabicPeriod"/>
            </a:pPr>
            <a:r>
              <a:rPr lang="en-US" altLang="ko-KR"/>
              <a:t>Way point : </a:t>
            </a:r>
            <a:r>
              <a:rPr lang="ko-KR" altLang="en-US"/>
              <a:t>생활 동선상에서 크기 문제가 없어야 한다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+ </a:t>
            </a:r>
            <a:r>
              <a:rPr lang="ko-KR" altLang="en-US"/>
              <a:t>살고 싶은 곳으로 만들어야 한다</a:t>
            </a:r>
            <a:r>
              <a:rPr lang="en-US" altLang="ko-KR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/>
              <a:t>그 다음에 사건을 입혀야 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새 집을 먼저 만들고</a:t>
            </a:r>
            <a:r>
              <a:rPr lang="en-US" altLang="ko-KR"/>
              <a:t>, </a:t>
            </a:r>
            <a:r>
              <a:rPr lang="ko-KR" altLang="en-US"/>
              <a:t>그 이후에 데미지 표현 등 사건</a:t>
            </a:r>
            <a:r>
              <a:rPr lang="en-US" altLang="ko-KR"/>
              <a:t>/</a:t>
            </a:r>
            <a:r>
              <a:rPr lang="ko-KR" altLang="en-US"/>
              <a:t>스토리텔링을 입혀야 한다</a:t>
            </a:r>
            <a:r>
              <a:rPr lang="en-US" altLang="ko-KR"/>
              <a:t>.</a:t>
            </a:r>
          </a:p>
          <a:p>
            <a:r>
              <a:rPr lang="ko-KR" altLang="en-US" smtClean="0"/>
              <a:t>캐릭터 모델링</a:t>
            </a:r>
            <a:endParaRPr lang="en-US" altLang="ko-KR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새로 산 무기를 먼저 만든다</a:t>
            </a:r>
            <a:r>
              <a:rPr lang="en-US" altLang="ko-KR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mtClean="0"/>
              <a:t>그 다음에 데미지 표현</a:t>
            </a:r>
            <a:r>
              <a:rPr lang="en-US" altLang="ko-KR" smtClean="0"/>
              <a:t>/</a:t>
            </a:r>
            <a:r>
              <a:rPr lang="ko-KR" altLang="en-US" smtClean="0"/>
              <a:t>닳은 표현 등 사건</a:t>
            </a:r>
            <a:r>
              <a:rPr lang="en-US" altLang="ko-KR" smtClean="0"/>
              <a:t>/</a:t>
            </a:r>
            <a:r>
              <a:rPr lang="ko-KR" altLang="en-US" smtClean="0"/>
              <a:t>스토리텔링을 입힌다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누드 바디</a:t>
            </a:r>
            <a:r>
              <a:rPr lang="en-US" altLang="ko-KR" smtClean="0"/>
              <a:t>(</a:t>
            </a:r>
            <a:r>
              <a:rPr lang="ko-KR" altLang="en-US" smtClean="0"/>
              <a:t>새 상품</a:t>
            </a:r>
            <a:r>
              <a:rPr lang="en-US" altLang="ko-KR" smtClean="0"/>
              <a:t>/T</a:t>
            </a:r>
            <a:r>
              <a:rPr lang="ko-KR" altLang="en-US" smtClean="0"/>
              <a:t>자형</a:t>
            </a:r>
            <a:r>
              <a:rPr lang="en-US" altLang="ko-KR" smtClean="0"/>
              <a:t>, A</a:t>
            </a:r>
            <a:r>
              <a:rPr lang="ko-KR" altLang="en-US" smtClean="0"/>
              <a:t>자형 포즈</a:t>
            </a:r>
            <a:r>
              <a:rPr lang="en-US" altLang="ko-KR" smtClean="0"/>
              <a:t>)</a:t>
            </a:r>
            <a:r>
              <a:rPr lang="ko-KR" altLang="en-US" smtClean="0"/>
              <a:t>를 먼저 표현 </a:t>
            </a:r>
            <a:r>
              <a:rPr lang="en-US" altLang="ko-KR" smtClean="0"/>
              <a:t>-&gt; (</a:t>
            </a:r>
            <a:r>
              <a:rPr lang="ko-KR" altLang="en-US" smtClean="0"/>
              <a:t>사건</a:t>
            </a:r>
            <a:r>
              <a:rPr lang="en-US" altLang="ko-KR" smtClean="0"/>
              <a:t>/</a:t>
            </a:r>
            <a:r>
              <a:rPr lang="ko-KR" altLang="en-US" smtClean="0"/>
              <a:t>스토리텔링 입히기</a:t>
            </a:r>
            <a:r>
              <a:rPr lang="en-US" altLang="ko-KR" smtClean="0"/>
              <a:t>)</a:t>
            </a:r>
            <a:r>
              <a:rPr lang="ko-KR" altLang="en-US" smtClean="0"/>
              <a:t>파츠별로 옷이나 무기</a:t>
            </a:r>
            <a:r>
              <a:rPr lang="en-US" altLang="ko-KR" smtClean="0"/>
              <a:t>, </a:t>
            </a:r>
            <a:r>
              <a:rPr lang="ko-KR" altLang="en-US" smtClean="0"/>
              <a:t>아이템을 입힌다는 포트폴리오를 만들어주면 아주 좋다</a:t>
            </a:r>
            <a:r>
              <a:rPr lang="en-US" altLang="ko-KR" smtClean="0"/>
              <a:t>.</a:t>
            </a:r>
          </a:p>
          <a:p>
            <a:pPr marL="457200" lvl="1" indent="0">
              <a:buNone/>
            </a:pPr>
            <a:r>
              <a:rPr lang="en-US" altLang="ko-KR" smtClean="0"/>
              <a:t>3. </a:t>
            </a:r>
            <a:r>
              <a:rPr lang="ko-KR" altLang="en-US" smtClean="0"/>
              <a:t>포즈샷은 여유가 있으면 만들자</a:t>
            </a:r>
            <a:r>
              <a:rPr lang="en-US" altLang="ko-KR" smtClean="0"/>
              <a:t>. </a:t>
            </a:r>
            <a:r>
              <a:rPr lang="ko-KR" altLang="en-US" smtClean="0"/>
              <a:t>여유 없으면 굳이 만들지 </a:t>
            </a:r>
            <a:r>
              <a:rPr lang="en-US" altLang="ko-KR" smtClean="0"/>
              <a:t>x.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525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다음 달에 배울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선정의 이유 </a:t>
            </a:r>
            <a:r>
              <a:rPr lang="en-US" altLang="ko-KR" smtClean="0"/>
              <a:t>: </a:t>
            </a:r>
            <a:r>
              <a:rPr lang="ko-KR" altLang="en-US" smtClean="0"/>
              <a:t>왜 이 무기</a:t>
            </a:r>
            <a:r>
              <a:rPr lang="en-US" altLang="ko-KR" smtClean="0"/>
              <a:t>/</a:t>
            </a:r>
            <a:r>
              <a:rPr lang="ko-KR" altLang="en-US" smtClean="0"/>
              <a:t>옷을 입혔는지</a:t>
            </a:r>
            <a:endParaRPr lang="en-US" altLang="ko-KR" smtClean="0"/>
          </a:p>
          <a:p>
            <a:r>
              <a:rPr lang="ko-KR" altLang="en-US" smtClean="0"/>
              <a:t>설계 </a:t>
            </a:r>
            <a:r>
              <a:rPr lang="en-US" altLang="ko-KR" smtClean="0"/>
              <a:t>/ </a:t>
            </a:r>
            <a:r>
              <a:rPr lang="ko-KR" altLang="en-US" smtClean="0"/>
              <a:t>설정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4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삼각형 </a:t>
            </a:r>
            <a:r>
              <a:rPr lang="en-US" altLang="ko-KR" smtClean="0"/>
              <a:t>2</a:t>
            </a:r>
            <a:r>
              <a:rPr lang="ko-KR" altLang="en-US" smtClean="0"/>
              <a:t>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위의 삼각형</a:t>
            </a:r>
            <a:endParaRPr lang="en-US" altLang="ko-KR" smtClean="0"/>
          </a:p>
          <a:p>
            <a:pPr lvl="1"/>
            <a:r>
              <a:rPr lang="ko-KR" altLang="en-US" smtClean="0"/>
              <a:t>악당 </a:t>
            </a:r>
            <a:r>
              <a:rPr lang="en-US" altLang="ko-KR" smtClean="0"/>
              <a:t>/ </a:t>
            </a:r>
            <a:r>
              <a:rPr lang="ko-KR" altLang="en-US" smtClean="0"/>
              <a:t>작가의 영역</a:t>
            </a:r>
            <a:endParaRPr lang="en-US" altLang="ko-KR" smtClean="0"/>
          </a:p>
          <a:p>
            <a:pPr lvl="1"/>
            <a:r>
              <a:rPr lang="ko-KR" altLang="en-US" smtClean="0"/>
              <a:t>글의 소재 </a:t>
            </a:r>
            <a:r>
              <a:rPr lang="en-US" altLang="ko-KR" smtClean="0"/>
              <a:t>/ </a:t>
            </a:r>
            <a:r>
              <a:rPr lang="ko-KR" altLang="en-US" smtClean="0"/>
              <a:t>나의 의도를 단어나 문장으로 적어주자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+ </a:t>
            </a:r>
            <a:r>
              <a:rPr lang="ko-KR" altLang="en-US" smtClean="0"/>
              <a:t>이미지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아래의 삼각형</a:t>
            </a:r>
            <a:endParaRPr lang="en-US" altLang="ko-KR" smtClean="0"/>
          </a:p>
          <a:p>
            <a:pPr lvl="1"/>
            <a:r>
              <a:rPr lang="ko-KR" altLang="en-US" smtClean="0"/>
              <a:t>독자 </a:t>
            </a:r>
            <a:r>
              <a:rPr lang="en-US" altLang="ko-KR" smtClean="0"/>
              <a:t>/ </a:t>
            </a:r>
            <a:r>
              <a:rPr lang="ko-KR" altLang="en-US" smtClean="0"/>
              <a:t>의 영역</a:t>
            </a:r>
            <a:endParaRPr lang="en-US" altLang="ko-KR" smtClean="0"/>
          </a:p>
          <a:p>
            <a:pPr lvl="1"/>
            <a:r>
              <a:rPr lang="ko-KR" altLang="en-US" smtClean="0"/>
              <a:t>상황의 기차칸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다음 장은 내가 만든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48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536" y="-124321"/>
            <a:ext cx="12689071" cy="710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8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(18) </a:t>
            </a:r>
            <a:r>
              <a:rPr lang="ko-KR" altLang="en-US" smtClean="0"/>
              <a:t>지독한 행위의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매우 자극적</a:t>
            </a:r>
            <a:endParaRPr lang="en-US" altLang="ko-KR" smtClean="0"/>
          </a:p>
          <a:p>
            <a:r>
              <a:rPr lang="ko-KR" altLang="en-US" smtClean="0"/>
              <a:t>마치 실험관 안에 생쥐들을 넣고 지켜보는 것 같은 것</a:t>
            </a:r>
            <a:endParaRPr lang="en-US" altLang="ko-KR" smtClean="0"/>
          </a:p>
          <a:p>
            <a:r>
              <a:rPr lang="ko-KR" altLang="en-US" smtClean="0"/>
              <a:t>생쥐들이 누구냐에 따라 사건이 진행된다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그 사람의 살아온 배경 </a:t>
            </a:r>
            <a:r>
              <a:rPr lang="en-US" altLang="ko-KR" smtClean="0"/>
              <a:t>/ </a:t>
            </a:r>
            <a:r>
              <a:rPr lang="ko-KR" altLang="en-US" smtClean="0"/>
              <a:t>됨됨이 </a:t>
            </a:r>
            <a:r>
              <a:rPr lang="en-US" altLang="ko-KR" smtClean="0"/>
              <a:t>/ </a:t>
            </a:r>
            <a:r>
              <a:rPr lang="ko-KR" altLang="en-US" smtClean="0"/>
              <a:t>성격 등이 이야기에 영향을 준다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어떤 사람이 어떤 사람을 </a:t>
            </a:r>
            <a:r>
              <a:rPr lang="en-US" altLang="ko-KR" smtClean="0"/>
              <a:t>/ </a:t>
            </a:r>
            <a:r>
              <a:rPr lang="ko-KR" altLang="en-US" smtClean="0"/>
              <a:t>언제 </a:t>
            </a:r>
            <a:r>
              <a:rPr lang="en-US" altLang="ko-KR" smtClean="0"/>
              <a:t>/ </a:t>
            </a:r>
            <a:r>
              <a:rPr lang="ko-KR" altLang="en-US" smtClean="0"/>
              <a:t>어디서 만나는가</a:t>
            </a:r>
            <a:endParaRPr lang="en-US" altLang="ko-KR"/>
          </a:p>
          <a:p>
            <a:r>
              <a:rPr lang="ko-KR" altLang="en-US" smtClean="0"/>
              <a:t>지독한 상황 제시가 필요함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21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세븐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7</a:t>
            </a:r>
            <a:r>
              <a:rPr lang="ko-KR" altLang="en-US" smtClean="0"/>
              <a:t>일 동안 </a:t>
            </a:r>
            <a:r>
              <a:rPr lang="en-US" altLang="ko-KR" smtClean="0"/>
              <a:t>7</a:t>
            </a:r>
            <a:r>
              <a:rPr lang="ko-KR" altLang="en-US" smtClean="0"/>
              <a:t>가지의 성격의 죄악에 따른 연쇄 살인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써머셋 형사 </a:t>
            </a:r>
            <a:r>
              <a:rPr lang="en-US" altLang="ko-KR" smtClean="0"/>
              <a:t>: </a:t>
            </a:r>
            <a:r>
              <a:rPr lang="ko-KR" altLang="en-US" smtClean="0"/>
              <a:t>정돈된</a:t>
            </a:r>
            <a:r>
              <a:rPr lang="en-US" altLang="ko-KR"/>
              <a:t> </a:t>
            </a:r>
            <a:r>
              <a:rPr lang="en-US" altLang="ko-KR" smtClean="0"/>
              <a:t>/ </a:t>
            </a:r>
            <a:r>
              <a:rPr lang="ko-KR" altLang="en-US" smtClean="0"/>
              <a:t>신중한 </a:t>
            </a:r>
            <a:r>
              <a:rPr lang="en-US" altLang="ko-KR" smtClean="0"/>
              <a:t>/ </a:t>
            </a:r>
            <a:r>
              <a:rPr lang="ko-KR" altLang="en-US" smtClean="0"/>
              <a:t>이방인</a:t>
            </a:r>
            <a:r>
              <a:rPr lang="en-US" altLang="ko-KR" smtClean="0"/>
              <a:t>/</a:t>
            </a:r>
            <a:r>
              <a:rPr lang="ko-KR" altLang="en-US" smtClean="0"/>
              <a:t>범죄 현장을 </a:t>
            </a:r>
            <a:r>
              <a:rPr lang="en-US" altLang="ko-KR" smtClean="0"/>
              <a:t>, </a:t>
            </a:r>
            <a:r>
              <a:rPr lang="ko-KR" altLang="en-US" smtClean="0"/>
              <a:t>살고 있는 곳을 불편해하면서 피하는 모습</a:t>
            </a:r>
            <a:endParaRPr lang="en-US" altLang="ko-KR" smtClean="0"/>
          </a:p>
          <a:p>
            <a:r>
              <a:rPr lang="ko-KR" altLang="en-US" smtClean="0"/>
              <a:t>밀스 형사 </a:t>
            </a:r>
            <a:r>
              <a:rPr lang="en-US" altLang="ko-KR" smtClean="0"/>
              <a:t>: </a:t>
            </a:r>
            <a:r>
              <a:rPr lang="ko-KR" altLang="en-US" smtClean="0"/>
              <a:t>써머셋과 반대되는 모습</a:t>
            </a:r>
            <a:r>
              <a:rPr lang="en-US" altLang="ko-KR" smtClean="0"/>
              <a:t>/</a:t>
            </a:r>
            <a:r>
              <a:rPr lang="ko-KR" altLang="en-US" smtClean="0"/>
              <a:t>흐트러진 편한 차림의 모습</a:t>
            </a:r>
            <a:r>
              <a:rPr lang="en-US" altLang="ko-KR" smtClean="0"/>
              <a:t>/</a:t>
            </a:r>
            <a:r>
              <a:rPr lang="ko-KR" altLang="en-US" smtClean="0"/>
              <a:t>범죄 현장을 피하지 않음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둘의 만남으로 써머셋 형사는 적극적으로 변하기 시작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3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지독한 행위의 플롯 </a:t>
            </a:r>
            <a:r>
              <a:rPr lang="en-US" altLang="ko-KR" smtClean="0"/>
              <a:t>– [</a:t>
            </a:r>
            <a:r>
              <a:rPr lang="ko-KR" altLang="en-US" smtClean="0"/>
              <a:t>세븐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0737" y="1690688"/>
            <a:ext cx="11630526" cy="5167312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밀러 형사</a:t>
            </a:r>
            <a:r>
              <a:rPr lang="en-US" altLang="ko-KR" smtClean="0"/>
              <a:t> : </a:t>
            </a:r>
            <a:r>
              <a:rPr lang="ko-KR" altLang="en-US" smtClean="0"/>
              <a:t>외향적 </a:t>
            </a:r>
            <a:r>
              <a:rPr lang="en-US" altLang="ko-KR" smtClean="0"/>
              <a:t>/ </a:t>
            </a:r>
            <a:r>
              <a:rPr lang="ko-KR" altLang="en-US" smtClean="0"/>
              <a:t>감정적 </a:t>
            </a:r>
            <a:r>
              <a:rPr lang="en-US" altLang="ko-KR" smtClean="0"/>
              <a:t>/ </a:t>
            </a:r>
            <a:r>
              <a:rPr lang="ko-KR" altLang="en-US" smtClean="0"/>
              <a:t>이성 </a:t>
            </a:r>
            <a:r>
              <a:rPr lang="en-US" altLang="ko-KR" smtClean="0"/>
              <a:t>&lt; </a:t>
            </a:r>
            <a:r>
              <a:rPr lang="ko-KR" altLang="en-US" smtClean="0"/>
              <a:t>행동 </a:t>
            </a:r>
            <a:r>
              <a:rPr lang="en-US" altLang="ko-KR" smtClean="0"/>
              <a:t>/ </a:t>
            </a:r>
            <a:r>
              <a:rPr lang="ko-KR" altLang="en-US" smtClean="0"/>
              <a:t>정의로운 사람</a:t>
            </a:r>
            <a:endParaRPr lang="en-US" altLang="ko-KR" smtClean="0"/>
          </a:p>
          <a:p>
            <a:pPr lvl="1"/>
            <a:r>
              <a:rPr lang="ko-KR" altLang="en-US" smtClean="0"/>
              <a:t>사건 현장에서 </a:t>
            </a:r>
            <a:r>
              <a:rPr lang="en-US" altLang="ko-KR" smtClean="0"/>
              <a:t>: </a:t>
            </a:r>
            <a:r>
              <a:rPr lang="ko-KR" altLang="en-US" smtClean="0"/>
              <a:t>그 중심으로 바로 가서 주변을 둘러봄</a:t>
            </a:r>
            <a:endParaRPr lang="en-US" altLang="ko-KR" smtClean="0"/>
          </a:p>
          <a:p>
            <a:pPr lvl="1"/>
            <a:r>
              <a:rPr lang="ko-KR" altLang="en-US" smtClean="0"/>
              <a:t>범죄자에게 감정적으로 다가감</a:t>
            </a:r>
            <a:endParaRPr lang="en-US" altLang="ko-KR"/>
          </a:p>
          <a:p>
            <a:r>
              <a:rPr lang="ko-KR" altLang="en-US" smtClean="0"/>
              <a:t>써머셋 형사 </a:t>
            </a:r>
            <a:r>
              <a:rPr lang="en-US" altLang="ko-KR" smtClean="0"/>
              <a:t>: </a:t>
            </a:r>
            <a:r>
              <a:rPr lang="ko-KR" altLang="en-US" smtClean="0"/>
              <a:t>내성적 </a:t>
            </a:r>
            <a:r>
              <a:rPr lang="en-US" altLang="ko-KR" smtClean="0"/>
              <a:t>/ </a:t>
            </a:r>
            <a:r>
              <a:rPr lang="ko-KR" altLang="en-US" smtClean="0"/>
              <a:t>생각을 많이 함 </a:t>
            </a:r>
            <a:r>
              <a:rPr lang="en-US" altLang="ko-KR" smtClean="0"/>
              <a:t>/ </a:t>
            </a:r>
            <a:r>
              <a:rPr lang="ko-KR" altLang="en-US" smtClean="0"/>
              <a:t>이성 </a:t>
            </a:r>
            <a:r>
              <a:rPr lang="en-US" altLang="ko-KR" smtClean="0"/>
              <a:t>&gt; </a:t>
            </a:r>
            <a:r>
              <a:rPr lang="ko-KR" altLang="en-US" smtClean="0"/>
              <a:t>행동 </a:t>
            </a:r>
            <a:r>
              <a:rPr lang="en-US" altLang="ko-KR" smtClean="0"/>
              <a:t>/ </a:t>
            </a:r>
            <a:r>
              <a:rPr lang="ko-KR" altLang="en-US" smtClean="0"/>
              <a:t>친구 없음</a:t>
            </a:r>
            <a:endParaRPr lang="en-US" altLang="ko-KR" smtClean="0"/>
          </a:p>
          <a:p>
            <a:pPr lvl="1"/>
            <a:r>
              <a:rPr lang="ko-KR" altLang="en-US" smtClean="0"/>
              <a:t>사건 현장에서 </a:t>
            </a:r>
            <a:r>
              <a:rPr lang="en-US" altLang="ko-KR" smtClean="0"/>
              <a:t>: </a:t>
            </a:r>
            <a:r>
              <a:rPr lang="ko-KR" altLang="en-US" smtClean="0"/>
              <a:t>바깥쪽에서 안쪽으로 이성적으로 돌아봄</a:t>
            </a:r>
            <a:r>
              <a:rPr lang="en-US" altLang="ko-KR" smtClean="0"/>
              <a:t>. </a:t>
            </a:r>
            <a:r>
              <a:rPr lang="ko-KR" altLang="en-US" smtClean="0"/>
              <a:t>관찰자의 시점으로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도입 </a:t>
            </a:r>
            <a:r>
              <a:rPr lang="en-US" altLang="ko-KR" smtClean="0"/>
              <a:t>: </a:t>
            </a:r>
            <a:r>
              <a:rPr lang="ko-KR" altLang="en-US" smtClean="0"/>
              <a:t>이 둘은 완전히 다른 사람</a:t>
            </a:r>
            <a:r>
              <a:rPr lang="en-US" altLang="ko-KR" smtClean="0"/>
              <a:t>. </a:t>
            </a:r>
            <a:r>
              <a:rPr lang="ko-KR" altLang="en-US" smtClean="0"/>
              <a:t>초반에는 둘이 안 맞아서 충돌함</a:t>
            </a:r>
            <a:endParaRPr lang="en-US" altLang="ko-KR" smtClean="0"/>
          </a:p>
          <a:p>
            <a:r>
              <a:rPr lang="ko-KR" altLang="en-US" smtClean="0"/>
              <a:t>공통된 목표 </a:t>
            </a:r>
            <a:r>
              <a:rPr lang="en-US" altLang="ko-KR" smtClean="0"/>
              <a:t>: </a:t>
            </a:r>
            <a:r>
              <a:rPr lang="ko-KR" altLang="en-US" smtClean="0"/>
              <a:t>사건이 진행되면서</a:t>
            </a:r>
            <a:r>
              <a:rPr lang="en-US" altLang="ko-KR" smtClean="0"/>
              <a:t>/</a:t>
            </a:r>
            <a:r>
              <a:rPr lang="ko-KR" altLang="en-US" smtClean="0"/>
              <a:t>서로 인정해주고</a:t>
            </a:r>
            <a:r>
              <a:rPr lang="en-US" altLang="ko-KR" smtClean="0"/>
              <a:t>/</a:t>
            </a:r>
            <a:r>
              <a:rPr lang="ko-KR" altLang="en-US" smtClean="0"/>
              <a:t>친구가 됨</a:t>
            </a:r>
            <a:endParaRPr lang="en-US" altLang="ko-KR" smtClean="0"/>
          </a:p>
          <a:p>
            <a:r>
              <a:rPr lang="ko-KR" altLang="en-US" smtClean="0"/>
              <a:t>지독한 상황</a:t>
            </a:r>
            <a:endParaRPr lang="en-US" altLang="ko-KR" smtClean="0"/>
          </a:p>
          <a:p>
            <a:pPr lvl="1"/>
            <a:r>
              <a:rPr lang="ko-KR" altLang="en-US" smtClean="0"/>
              <a:t>택배 상자에 밀러 형사의 아내의 머리만 담겨있다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범죄자는 밀러에게 자신을 죽여달라고 함</a:t>
            </a:r>
            <a:r>
              <a:rPr lang="en-US" altLang="ko-KR" smtClean="0"/>
              <a:t>. </a:t>
            </a:r>
            <a:r>
              <a:rPr lang="ko-KR" altLang="en-US" smtClean="0"/>
              <a:t>자신의 죄악은 밀러 형사의 삶을 동경해서 </a:t>
            </a:r>
            <a:r>
              <a:rPr lang="en-US" altLang="ko-KR" smtClean="0"/>
              <a:t>/</a:t>
            </a:r>
            <a:r>
              <a:rPr lang="ko-KR" altLang="en-US" smtClean="0"/>
              <a:t>밀러와 아내의 사랑을 부러워한 시기와 질투의 죄라고 말하며</a:t>
            </a:r>
            <a:r>
              <a:rPr lang="en-US" altLang="ko-KR" smtClean="0"/>
              <a:t>.</a:t>
            </a:r>
          </a:p>
          <a:p>
            <a:r>
              <a:rPr lang="ko-KR" altLang="en-US"/>
              <a:t>밀러가 범죄자를 </a:t>
            </a:r>
            <a:r>
              <a:rPr lang="ko-KR" altLang="en-US"/>
              <a:t>즉결처형하게 </a:t>
            </a:r>
            <a:r>
              <a:rPr lang="ko-KR" altLang="en-US" smtClean="0"/>
              <a:t>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너무나도 현장에서 일하고 싶어서 몇 번의 낙방 끝에 현장으로 왔지만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     </a:t>
            </a:r>
            <a:r>
              <a:rPr lang="ko-KR" altLang="en-US" smtClean="0"/>
              <a:t>이 사건을 통해 아내를 잃고 형사는 나락으로 떨어져버림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써머셋은 밀러가 나락으로 떨어질 것을 알지만</a:t>
            </a:r>
            <a:r>
              <a:rPr lang="en-US" altLang="ko-KR" smtClean="0"/>
              <a:t>, </a:t>
            </a:r>
            <a:r>
              <a:rPr lang="ko-KR" altLang="en-US" smtClean="0"/>
              <a:t>그의 감정을 이해하므로 말리지 못한다</a:t>
            </a:r>
            <a:r>
              <a:rPr lang="en-US" altLang="ko-KR" smtClean="0"/>
              <a:t>. </a:t>
            </a:r>
            <a:r>
              <a:rPr lang="ko-KR" altLang="en-US" smtClean="0"/>
              <a:t>그가 나락으로 떨어지는 모습을 지켜볼 수밖에 없는 상황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98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847364"/>
            <a:ext cx="978354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11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342469"/>
            <a:ext cx="8888065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89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57" y="1058780"/>
            <a:ext cx="10762086" cy="474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90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367</Words>
  <Application>Microsoft Office PowerPoint</Application>
  <PresentationFormat>와이드스크린</PresentationFormat>
  <Paragraphs>63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스토리텔링</vt:lpstr>
      <vt:lpstr>등장 무대</vt:lpstr>
      <vt:lpstr>모델링</vt:lpstr>
      <vt:lpstr>다음 달에 배울 것</vt:lpstr>
      <vt:lpstr>삼각형 2개</vt:lpstr>
      <vt:lpstr>PowerPoint 프레젠테이션</vt:lpstr>
      <vt:lpstr>(18) 지독한 행위의 플롯</vt:lpstr>
      <vt:lpstr>[세븐]</vt:lpstr>
      <vt:lpstr>지독한 행위의 플롯 – [세븐]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(18) 지독한 행위의 플롯</dc:title>
  <dc:creator>FullName</dc:creator>
  <cp:lastModifiedBy>FullName</cp:lastModifiedBy>
  <cp:revision>8</cp:revision>
  <dcterms:created xsi:type="dcterms:W3CDTF">2026-03-31T04:46:49Z</dcterms:created>
  <dcterms:modified xsi:type="dcterms:W3CDTF">2026-03-31T06:54:34Z</dcterms:modified>
</cp:coreProperties>
</file>